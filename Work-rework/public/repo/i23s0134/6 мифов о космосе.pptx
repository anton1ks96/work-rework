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87" r:id="rId5"/>
    <p:sldId id="371" r:id="rId6"/>
    <p:sldId id="372" r:id="rId7"/>
    <p:sldId id="388" r:id="rId8"/>
    <p:sldId id="396" r:id="rId9"/>
    <p:sldId id="411" r:id="rId10"/>
    <p:sldId id="403" r:id="rId11"/>
    <p:sldId id="407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598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B2E815-0D19-41DC-B01B-4D608769620A}" type="doc">
      <dgm:prSet loTypeId="urn:microsoft.com/office/officeart/2016/7/layout/RoundedRectangleTimeline" loCatId="other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ru-RU"/>
        </a:p>
      </dgm:t>
    </dgm:pt>
    <dgm:pt modelId="{6D9EA004-CC4F-4E46-A5E1-152D852A5758}">
      <dgm:prSet/>
      <dgm:spPr/>
      <dgm:t>
        <a:bodyPr/>
        <a:lstStyle/>
        <a:p>
          <a:r>
            <a:rPr lang="ru-RU" b="0" i="0"/>
            <a:t>Кажется вполне логичным, что температура на поверхности Земли тем выше, чем ближе она к телу, дающему тепло, то есть к Солнцу. Но причина смены времён года кроется в том, что ось вращения Земли наклонена. Когда ось, выходящая из северного полушария, наклонена в сторону Солнца, в этом полушарии лето, и наоборот. Именно поэтому говорят, что в Австралии зима летом.</a:t>
          </a:r>
          <a:endParaRPr lang="ru-RU"/>
        </a:p>
      </dgm:t>
    </dgm:pt>
    <dgm:pt modelId="{E0576DF8-91B4-4E8B-9E97-45ABC835D506}" type="parTrans" cxnId="{70BE867D-0073-4E42-96EF-D1AB7A979140}">
      <dgm:prSet/>
      <dgm:spPr/>
      <dgm:t>
        <a:bodyPr/>
        <a:lstStyle/>
        <a:p>
          <a:endParaRPr lang="ru-RU"/>
        </a:p>
      </dgm:t>
    </dgm:pt>
    <dgm:pt modelId="{880A9F68-332B-418C-8F51-C389EF7915B8}" type="sibTrans" cxnId="{70BE867D-0073-4E42-96EF-D1AB7A979140}">
      <dgm:prSet/>
      <dgm:spPr/>
      <dgm:t>
        <a:bodyPr/>
        <a:lstStyle/>
        <a:p>
          <a:endParaRPr lang="ru-RU"/>
        </a:p>
      </dgm:t>
    </dgm:pt>
    <dgm:pt modelId="{196C9F68-3606-4282-A4C6-4485F1280B5F}" type="pres">
      <dgm:prSet presAssocID="{E5B2E815-0D19-41DC-B01B-4D608769620A}" presName="Name0" presStyleCnt="0">
        <dgm:presLayoutVars>
          <dgm:chMax/>
          <dgm:chPref/>
          <dgm:animLvl val="lvl"/>
        </dgm:presLayoutVars>
      </dgm:prSet>
      <dgm:spPr/>
    </dgm:pt>
    <dgm:pt modelId="{111F6396-B976-46E0-8778-AA8D5B285BE8}" type="pres">
      <dgm:prSet presAssocID="{6D9EA004-CC4F-4E46-A5E1-152D852A5758}" presName="composite" presStyleCnt="0"/>
      <dgm:spPr/>
    </dgm:pt>
    <dgm:pt modelId="{387E43D2-8A57-4DE1-BB9A-A49891A192EF}" type="pres">
      <dgm:prSet presAssocID="{6D9EA004-CC4F-4E46-A5E1-152D852A5758}" presName="parent" presStyleLbl="alignNode1" presStyleIdx="0" presStyleCnt="1" custScaleX="28492" custScaleY="890577" custLinFactNeighborX="-36669" custLinFactNeighborY="-17351">
        <dgm:presLayoutVars>
          <dgm:chMax val="1"/>
          <dgm:chPref val="1"/>
          <dgm:bulletEnabled val="1"/>
        </dgm:presLayoutVars>
      </dgm:prSet>
      <dgm:spPr/>
    </dgm:pt>
    <dgm:pt modelId="{A87A5D8F-B1B0-4AF1-9FB0-615996FDEDF5}" type="pres">
      <dgm:prSet presAssocID="{6D9EA004-CC4F-4E46-A5E1-152D852A5758}" presName="Childtext" presStyleLbl="revTx" presStyleIdx="0" presStyleCnt="1">
        <dgm:presLayoutVars>
          <dgm:bulletEnabled val="1"/>
        </dgm:presLayoutVars>
      </dgm:prSet>
      <dgm:spPr/>
    </dgm:pt>
    <dgm:pt modelId="{A0DF8EC0-23B6-41F1-8E24-EB5659214C95}" type="pres">
      <dgm:prSet presAssocID="{6D9EA004-CC4F-4E46-A5E1-152D852A5758}" presName="ConnectLine" presStyleLbl="sibTrans1D1" presStyleIdx="0" presStyleCnt="1" custFlipHor="0" custSzX="45720" custScaleY="25482" custLinFactX="3201469" custLinFactY="-63872" custLinFactNeighborX="3300000" custLinFactNeighborY="-100000"/>
      <dgm:spPr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A45ABBA3-5A22-47E2-BFB7-AE8110680FB2}" type="pres">
      <dgm:prSet presAssocID="{6D9EA004-CC4F-4E46-A5E1-152D852A5758}" presName="ConnectLineEnd" presStyleLbl="lnNode1" presStyleIdx="0" presStyleCnt="1" custScaleX="1881904" custScaleY="2000000" custLinFactX="1700000" custLinFactY="200000" custLinFactNeighborX="1779879" custLinFactNeighborY="224139"/>
      <dgm:spPr/>
    </dgm:pt>
    <dgm:pt modelId="{29BF6BE0-0571-4028-9053-C016C389A344}" type="pres">
      <dgm:prSet presAssocID="{6D9EA004-CC4F-4E46-A5E1-152D852A5758}" presName="EmptyPane" presStyleCnt="0"/>
      <dgm:spPr/>
    </dgm:pt>
  </dgm:ptLst>
  <dgm:cxnLst>
    <dgm:cxn modelId="{BD6BC96F-BB7B-4B98-9F5C-B67AE6474793}" type="presOf" srcId="{6D9EA004-CC4F-4E46-A5E1-152D852A5758}" destId="{387E43D2-8A57-4DE1-BB9A-A49891A192EF}" srcOrd="0" destOrd="0" presId="urn:microsoft.com/office/officeart/2016/7/layout/RoundedRectangleTimeline"/>
    <dgm:cxn modelId="{70BE867D-0073-4E42-96EF-D1AB7A979140}" srcId="{E5B2E815-0D19-41DC-B01B-4D608769620A}" destId="{6D9EA004-CC4F-4E46-A5E1-152D852A5758}" srcOrd="0" destOrd="0" parTransId="{E0576DF8-91B4-4E8B-9E97-45ABC835D506}" sibTransId="{880A9F68-332B-418C-8F51-C389EF7915B8}"/>
    <dgm:cxn modelId="{C8CAF48F-322D-43C3-A68B-40DA904320AC}" type="presOf" srcId="{E5B2E815-0D19-41DC-B01B-4D608769620A}" destId="{196C9F68-3606-4282-A4C6-4485F1280B5F}" srcOrd="0" destOrd="0" presId="urn:microsoft.com/office/officeart/2016/7/layout/RoundedRectangleTimeline"/>
    <dgm:cxn modelId="{75D10D1C-FB5B-4404-897F-769240602577}" type="presParOf" srcId="{196C9F68-3606-4282-A4C6-4485F1280B5F}" destId="{111F6396-B976-46E0-8778-AA8D5B285BE8}" srcOrd="0" destOrd="0" presId="urn:microsoft.com/office/officeart/2016/7/layout/RoundedRectangleTimeline"/>
    <dgm:cxn modelId="{E11D199B-6800-48C8-9354-C5E8929A1F4E}" type="presParOf" srcId="{111F6396-B976-46E0-8778-AA8D5B285BE8}" destId="{387E43D2-8A57-4DE1-BB9A-A49891A192EF}" srcOrd="0" destOrd="0" presId="urn:microsoft.com/office/officeart/2016/7/layout/RoundedRectangleTimeline"/>
    <dgm:cxn modelId="{5688760F-01CF-44E9-AF80-89E92DF25514}" type="presParOf" srcId="{111F6396-B976-46E0-8778-AA8D5B285BE8}" destId="{A87A5D8F-B1B0-4AF1-9FB0-615996FDEDF5}" srcOrd="1" destOrd="0" presId="urn:microsoft.com/office/officeart/2016/7/layout/RoundedRectangleTimeline"/>
    <dgm:cxn modelId="{4C4E8ACA-AB82-4344-AEE3-8261D61FADFC}" type="presParOf" srcId="{111F6396-B976-46E0-8778-AA8D5B285BE8}" destId="{A0DF8EC0-23B6-41F1-8E24-EB5659214C95}" srcOrd="2" destOrd="0" presId="urn:microsoft.com/office/officeart/2016/7/layout/RoundedRectangleTimeline"/>
    <dgm:cxn modelId="{A798C221-8AEF-4939-A43C-99AC53BD15D1}" type="presParOf" srcId="{111F6396-B976-46E0-8778-AA8D5B285BE8}" destId="{A45ABBA3-5A22-47E2-BFB7-AE8110680FB2}" srcOrd="3" destOrd="0" presId="urn:microsoft.com/office/officeart/2016/7/layout/RoundedRectangleTimeline"/>
    <dgm:cxn modelId="{77630D4F-12CD-44DC-9B9D-4637B28C74F3}" type="presParOf" srcId="{111F6396-B976-46E0-8778-AA8D5B285BE8}" destId="{29BF6BE0-0571-4028-9053-C016C389A344}" srcOrd="4" destOrd="0" presId="urn:microsoft.com/office/officeart/2016/7/layout/RoundedRectangle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7E43D2-8A57-4DE1-BB9A-A49891A192EF}">
      <dsp:nvSpPr>
        <dsp:cNvPr id="0" name=""/>
        <dsp:cNvSpPr/>
      </dsp:nvSpPr>
      <dsp:spPr>
        <a:xfrm>
          <a:off x="171224" y="162568"/>
          <a:ext cx="2842002" cy="387520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1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Кажется вполне логичным, что температура на поверхности Земли тем выше, чем ближе она к телу, дающему тепло, то есть к Солнцу. Но причина смены времён года кроется в том, что ось вращения Земли наклонена. Когда ось, выходящая из северного полушария, наклонена в сторону Солнца, в этом полушарии лето, и наоборот. Именно поэтому говорят, что в Австралии зима летом.</a:t>
          </a:r>
          <a:endParaRPr lang="ru-RU" sz="1400" kern="1200"/>
        </a:p>
      </dsp:txBody>
      <dsp:txXfrm>
        <a:off x="309959" y="301303"/>
        <a:ext cx="2564532" cy="3597731"/>
      </dsp:txXfrm>
    </dsp:sp>
    <dsp:sp modelId="{A87A5D8F-B1B0-4AF1-9FB0-615996FDEDF5}">
      <dsp:nvSpPr>
        <dsp:cNvPr id="0" name=""/>
        <dsp:cNvSpPr/>
      </dsp:nvSpPr>
      <dsp:spPr>
        <a:xfrm>
          <a:off x="262493" y="0"/>
          <a:ext cx="9974738" cy="152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DF8EC0-23B6-41F1-8E24-EB5659214C95}">
      <dsp:nvSpPr>
        <dsp:cNvPr id="0" name=""/>
        <dsp:cNvSpPr/>
      </dsp:nvSpPr>
      <dsp:spPr>
        <a:xfrm>
          <a:off x="7567531" y="1169246"/>
          <a:ext cx="45720" cy="88704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5ABBA3-5A22-47E2-BFB7-AE8110680FB2}">
      <dsp:nvSpPr>
        <dsp:cNvPr id="0" name=""/>
        <dsp:cNvSpPr/>
      </dsp:nvSpPr>
      <dsp:spPr>
        <a:xfrm>
          <a:off x="7459408" y="1065328"/>
          <a:ext cx="1637760" cy="17405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oundedRectangleTimeline">
  <dgm:title val="Временная шкала со скругленными прямоугольниками"/>
  <dgm:desc val="Используется для отображения списка событий в хронологическом порядке. Невидимое поле содержит описание, а дата отображается в прямоугольниках, кроме первого и последнего узла, у которых углы прямоугольника скруглены. В ней может содержаться большое количество текста с длинным описательным форматом даты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animLvl val="lvl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18"/>
      <dgm:constr type="primFontSz" for="des" forName="Childtext" val="18"/>
      <dgm:constr type="primFontSz" for="des" forName="Childtext" refType="primFontSz" refFor="des" refForName="parent" op="lte"/>
      <dgm:constr type="w" for="ch" forName="composite" refType="w"/>
      <dgm:constr type="h" for="ch" forName="composite" refType="h"/>
      <dgm:constr type="w" for="ch" forName="spaceBetweenRectangles" refType="w" refFor="ch" refForName="composite" fact="-0.4"/>
      <dgm:constr type="w" for="ch" ptType="sibTrans" op="equ"/>
      <dgm:constr type="primFontSz" for="des" forName="parent" op="equ"/>
      <dgm:constr type="primFontSz" for="des" forName="Childtext" op="equ"/>
      <dgm:constr type="primFontSz" for="des" forName="parent1" val="18"/>
      <dgm:constr type="primFontSz" for="des" forName="Childtext1" val="18"/>
      <dgm:constr type="primFontSz" for="des" forName="Childtext1" refType="primFontSz" refFor="des" refForName="parent1" op="lte"/>
      <dgm:constr type="w" for="ch" forName="composite1" refType="w"/>
      <dgm:constr type="h" for="ch" forName="composite1" refType="h"/>
      <dgm:constr type="w" for="ch" forName="spaceBetweenRectangles1" refType="w" refFor="ch" refForName="composite1" fact="-0.4"/>
      <dgm:constr type="primFontSz" for="des" forName="parent1" op="equ"/>
      <dgm:constr type="primFontSz" for="des" forName="Childtext1" op="equ"/>
    </dgm:constrLst>
    <dgm:choose name="layoutByNodeCnt">
      <dgm:if name="twoOrLessNodes" axis="ch" ptType="node" func="cnt" op="lte" val="2">
        <dgm:forEach name="nodesForEach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choose name="casesForFirstAndLastNode1">
              <dgm:if name="startNode1" axis="self" ptType="node" func="pos" op="equ" val="1">
                <dgm:choose name="removeLineWhenOnlyOneNode1">
                  <dgm:if name="ifOnlyOneNode1" axis="followSib" ptType="node" func="cnt" op="equ" val="0">
                    <dgm:constrLst>
                      <dgm:constr type="w" for="ch" forName="parent" refType="w" fact="0.95"/>
                      <dgm:constr type="l" for="ch" forName="parent" refType="w" fact="0.025"/>
                      <dgm:constr type="t" for="ch" forName="parent" refType="h" fact="0.45"/>
                      <dgm:constr type="h" for="ch" forName="parent" refType="h" fact="0.1"/>
                      <dgm:constr type="l" for="ch" forName="Childtext" refType="w" fact="0.025"/>
                      <dgm:constr type="w" for="ch" forName="Childtext" refType="w" fact="0.95"/>
                      <dgm:constr type="h" for="ch" forName="Childtext" refType="h" fact="0.35"/>
                      <dgm:constr type="w" for="ch" forName="ConnectLine"/>
                      <dgm:constr type="h" for="ch" forName="ConnectLine" refType="h" fact="0.08"/>
                      <dgm:constr type="t" for="ch" forName="ConnectLine" refType="h" fact="0.37"/>
                      <dgm:constr type="ctrX" for="ch" forName="ConnectLine" refType="w" fact="0.5"/>
                      <dgm:constr type="w" for="ch" forName="ConnectLineEnd" refType="h" fact="0.02"/>
                      <dgm:constr type="h" for="ch" forName="ConnectLineEnd" refType="h" fact="0.02"/>
                      <dgm:constr type="t" for="ch" forName="ConnectLineEnd" refType="h" fact="0.35"/>
                      <dgm:constr type="ctrX" for="ch" forName="ConnectLineEnd" refType="w" fact="0.5"/>
                      <dgm:constr type="w" for="ch" forName="EmptyPane" refType="w"/>
                      <dgm:constr type="t" for="ch" forName="EmptyPane" refType="h" fact="0.55"/>
                      <dgm:constr type="h" for="ch" forName="EmptyPane" refType="h" fact="0.45"/>
                    </dgm:constrLst>
                  </dgm:if>
                  <dgm:else name="ifMoreThanOneNode1">
                    <dgm:constrLst>
                      <dgm:constr type="w" for="ch" forName="parent" refType="w" fact="0.6"/>
                      <dgm:constr type="l" for="ch" forName="parent" refType="w" fact="0.2"/>
                      <dgm:constr type="t" for="ch" forName="parent" refType="h" fact="0.45"/>
                      <dgm:constr type="h" for="ch" forName="parent" refType="h" fact="0.1"/>
                      <dgm:constr type="l" for="ch" forName="Childtext" refType="w" fact="0.2"/>
                      <dgm:constr type="w" for="ch" forName="Childtext" refType="w" fact="0.6"/>
                      <dgm:constr type="h" for="ch" forName="Childtext" refType="h" fact="0.35"/>
                      <dgm:constr type="w" for="ch" forName="ConnectLine"/>
                      <dgm:constr type="h" for="ch" forName="ConnectLine" refType="h" fact="0.08"/>
                      <dgm:constr type="t" for="ch" forName="ConnectLine" refType="h" fact="0.37"/>
                      <dgm:constr type="ctrX" for="ch" forName="ConnectLine" refType="w" fact="0.5"/>
                      <dgm:constr type="w" for="ch" forName="ConnectLineEnd" refType="h" fact="0.02"/>
                      <dgm:constr type="h" for="ch" forName="ConnectLineEnd" refType="h" fact="0.02"/>
                      <dgm:constr type="t" for="ch" forName="ConnectLineEnd" refType="h" fact="0.35"/>
                      <dgm:constr type="ctrX" for="ch" forName="ConnectLineEnd" refType="w" fact="0.5"/>
                      <dgm:constr type="w" for="ch" forName="EmptyPane" refType="w"/>
                      <dgm:constr type="t" for="ch" forName="EmptyPane" refType="h" fact="0.55"/>
                      <dgm:constr type="h" for="ch" forName="EmptyPane" refType="h" fact="0.45"/>
                    </dgm:constrLst>
                  </dgm:else>
                </dgm:choose>
              </dgm:if>
              <dgm:else name="notStartNode1">
                <dgm:constrLst>
                  <dgm:constr type="w" for="ch" forName="parent" refType="w" fact="0.6"/>
                  <dgm:constr type="l" for="ch" forName="parent" refType="w" fact="0.2"/>
                  <dgm:constr type="t" for="ch" forName="parent" refType="h" fact="0.45"/>
                  <dgm:constr type="h" for="ch" forName="parent" refType="h" fact="0.1"/>
                  <dgm:constr type="l" for="ch" forName="Childtext" refType="w" fact="0.2"/>
                  <dgm:constr type="w" for="ch" forName="Childtext" refType="w" fact="0.6"/>
                  <dgm:constr type="h" for="ch" forName="Childtext" refType="h" fact="0.35"/>
                  <dgm:constr type="t" for="ch" forName="Childtext" refType="h" fact="0.65"/>
                  <dgm:constr type="w" for="ch" forName="ConnectLine"/>
                  <dgm:constr type="h" for="ch" forName="ConnectLine" refType="h" fact="0.08"/>
                  <dgm:constr type="t" for="ch" forName="ConnectLine" refType="h" fact="0.55"/>
                  <dgm:constr type="ctrX" for="ch" forName="ConnectLine" refType="w" fact="0.5"/>
                  <dgm:constr type="w" for="ch" forName="ConnectLineEnd" refType="h" fact="0.02"/>
                  <dgm:constr type="h" for="ch" forName="ConnectLineEnd" refType="h" fact="0.02"/>
                  <dgm:constr type="b" for="ch" forName="ConnectLineEnd" refType="h" fact="0.65"/>
                  <dgm:constr type="ctrX" for="ch" forName="ConnectLineEnd" refType="w" fact="0.5"/>
                  <dgm:constr type="w" for="ch" forName="EmptyPane" refType="w"/>
                  <dgm:constr type="h" for="ch" forName="EmptyPane" refType="h" fact="0.45"/>
                </dgm:constrLst>
              </dgm:else>
            </dgm:choose>
            <dgm:layoutNode name="parent" styleLbl="alignNode1">
              <dgm:varLst>
                <dgm:chMax val="1"/>
                <dgm:chPref val="1"/>
                <dgm:bulletEnabled val="1"/>
              </dgm:varLst>
              <dgm:alg type="tx">
                <dgm:param type="txAnchorHorz" val="ctr"/>
                <dgm:param type="txAnchorVert" val="mid"/>
                <dgm:param type="parTxLTRAlign" val="ctr"/>
                <dgm:param type="parTxRTLAlign" val="ctr"/>
              </dgm:alg>
              <dgm:choose name="casesForFirstAndLastNode">
                <dgm:if name="startNode" axis="self" ptType="node" func="pos" op="equ" val="1">
                  <dgm:choose name="removeLineWhenOnlyOneNode">
                    <dgm:if name="ifOnlyOneNode" axis="followSib" ptType="node" func="cnt" op="equ" val="0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ifMoreThanOneNode">
                      <dgm:choose name="Name18">
                        <dgm:if name="Name19" func="var" arg="dir" op="equ" val="norm">
                          <dgm:shape xmlns:r="http://schemas.openxmlformats.org/officeDocument/2006/relationships" rot="-90" type="round2SameRect" r:blip="">
                            <dgm:adjLst/>
                          </dgm:shape>
                        </dgm:if>
                        <dgm:else name="Name20">
                          <dgm:shape xmlns:r="http://schemas.openxmlformats.org/officeDocument/2006/relationships" rot="90" type="round2SameRect" r:blip="">
                            <dgm:adjLst/>
                          </dgm:shape>
                        </dgm:else>
                      </dgm:choose>
                    </dgm:else>
                  </dgm:choose>
                </dgm:if>
                <dgm:else name="notStartNode">
                  <dgm:choose name="Name22">
                    <dgm:if name="Name23" axis="self" ptType="node" func="revPos" op="equ" val="1">
                      <dgm:choose name="Name24">
                        <dgm:if name="Name25" func="var" arg="dir" op="equ" val="norm">
                          <dgm:shape xmlns:r="http://schemas.openxmlformats.org/officeDocument/2006/relationships" rot="90" type="round2SameRect" r:blip="">
                            <dgm:adjLst/>
                          </dgm:shape>
                        </dgm:if>
                        <dgm:else name="Name26">
                          <dgm:shape xmlns:r="http://schemas.openxmlformats.org/officeDocument/2006/relationships" rot="-90" type="round2SameRect" r:blip="">
                            <dgm:adjLst/>
                          </dgm:shape>
                        </dgm:else>
                      </dgm:choose>
                    </dgm:if>
                    <dgm:else name="Name27">
                      <dgm:shape xmlns:r="http://schemas.openxmlformats.org/officeDocument/2006/relationships" type="rect" r:blip="">
                        <dgm:adjLst/>
                      </dgm:shape>
                    </dgm:else>
                  </dgm:choose>
                </dgm:else>
              </dgm:choose>
              <dgm:presOf axis="self" ptType="node"/>
              <dgm:constrLst>
                <dgm:constr type="lMarg" refType="primFontSz" fact="0.6"/>
                <dgm:constr type="rMarg" refType="primFontSz" fact="0.6"/>
                <dgm:constr type="tMarg" refType="primFontSz" fact="0.6"/>
                <dgm:constr type="bMarg" refType="primFontSz" fact="0.6"/>
              </dgm:constrLst>
              <dgm:ruleLst>
                <dgm:rule type="primFontSz" val="11" fact="NaN" max="NaN"/>
              </dgm:ruleLst>
            </dgm:layoutNode>
            <dgm:layoutNode name="Childtext" styleLbl="revTx">
              <dgm:varLst>
                <dgm:bulletEnabled val="1"/>
              </dgm:varLst>
              <dgm:choose name="casesForTxtDirLogic">
                <dgm:if name="Name77" axis="self" ptType="node" func="posOdd" op="equ" val="1">
                  <dgm:alg type="tx">
                    <dgm:param type="txAnchorVert" val="b"/>
                    <dgm:param type="txAnchorHorz" val="ctr"/>
                    <dgm:param type="parTxLTRAlign" val="ctr"/>
                    <dgm:param type="parTxRTLAlign" val="ctr"/>
                  </dgm:alg>
                  <dgm:constrLst>
                    <dgm:constr type="lMarg"/>
                    <dgm:constr type="rMarg"/>
                    <dgm:constr type="tMarg"/>
                    <dgm:constr type="bMarg" refType="primFontSz" fact="0.6"/>
                  </dgm:constrLst>
                </dgm:if>
                <dgm:else name="Name88">
                  <dgm:alg type="tx">
                    <dgm:param type="txAnchorVert" val="t"/>
                    <dgm:param type="txAnchorHorz" val="ctr"/>
                    <dgm:param type="parTxLTRAlign" val="ctr"/>
                    <dgm:param type="parTxRTLAlign" val="ctr"/>
                  </dgm:alg>
                  <dgm:constrLst>
                    <dgm:constr type="lMarg"/>
                    <dgm:constr type="rMarg"/>
                    <dgm:constr type="tMarg" refType="primFontSz" fact="0.6"/>
                    <dgm:constr type="bMarg"/>
                  </dgm:constrLst>
                </dgm:else>
              </dgm:choose>
              <dgm:shape xmlns:r="http://schemas.openxmlformats.org/officeDocument/2006/relationships" type="rect" r:blip="">
                <dgm:adjLst/>
              </dgm:shape>
              <dgm:presOf axis="ch" ptType="node"/>
              <dgm:ruleLst>
                <dgm:rule type="primFontSz" val="11" fact="NaN" max="NaN"/>
              </dgm:ruleLst>
            </dgm:layoutNode>
            <dgm:layoutNode name="ConnectLine" styleLbl="sibTrans1D1">
              <dgm:alg type="sp"/>
              <dgm:shape xmlns:r="http://schemas.openxmlformats.org/officeDocument/2006/relationships" type="line" r:blip="">
                <dgm:adjLst/>
                <dgm:extLst>
                  <a:ext uri="{B698B0E9-8C71-41B9-8309-B3DCBF30829C}">
                    <dgm1612:spPr xmlns:dgm1612="http://schemas.microsoft.com/office/drawing/2016/12/diagram">
                      <a:ln>
                        <a:prstDash val="dash"/>
                      </a:ln>
                    </dgm1612:spPr>
                  </a:ext>
                </dgm:extLst>
              </dgm:shape>
              <dgm:presOf/>
              <dgm:constrLst/>
            </dgm:layoutNode>
            <dgm:layoutNode name="ConnectLineEnd" styleLbl="l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/>
            </dgm:layoutNode>
            <dgm:layoutNode name="EmptyPa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forEach name="Name28" axis="followSib" ptType="sibTrans" cnt="1">
            <dgm:layoutNode name="spaceBetweenRectangle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moreThanTwoNodes">
        <dgm:forEach name="nodesForEach1" axis="ch" ptType="node">
          <dgm:layoutNode name="composite1">
            <dgm:alg type="composite"/>
            <dgm:shape xmlns:r="http://schemas.openxmlformats.org/officeDocument/2006/relationships" r:blip="">
              <dgm:adjLst/>
            </dgm:shape>
            <dgm:choose name="casesForSnakingLogic21">
              <dgm:if name="oddNode21" axis="self" ptType="node" func="posOdd" op="equ" val="1">
                <dgm:constrLst>
                  <dgm:constr type="w" for="ch" forName="parent1" refType="w" fact="0.6"/>
                  <dgm:constr type="l" for="ch" forName="parent1" refType="w" fact="0.2"/>
                  <dgm:constr type="t" for="ch" forName="parent1" refType="h" fact="0.45"/>
                  <dgm:constr type="h" for="ch" forName="parent1" refType="h" fact="0.1"/>
                  <dgm:constr type="w" for="ch" forName="Childtext1" refType="w"/>
                  <dgm:constr type="h" for="ch" forName="Childtext1" refType="h" fact="0.35"/>
                  <dgm:constr type="w" for="ch" forName="ConnectLine1"/>
                  <dgm:constr type="h" for="ch" forName="ConnectLine1" refType="h" fact="0.08"/>
                  <dgm:constr type="t" for="ch" forName="ConnectLine1" refType="h" fact="0.37"/>
                  <dgm:constr type="ctrX" for="ch" forName="ConnectLine1" refType="w" fact="0.5"/>
                  <dgm:constr type="w" for="ch" forName="ConnectLineEnd1" refType="h" fact="0.02"/>
                  <dgm:constr type="h" for="ch" forName="ConnectLineEnd1" refType="h" fact="0.02"/>
                  <dgm:constr type="t" for="ch" forName="ConnectLineEnd1" refType="h" fact="0.35"/>
                  <dgm:constr type="ctrX" for="ch" forName="ConnectLineEnd1" refType="w" fact="0.5"/>
                  <dgm:constr type="w" for="ch" forName="EmptyPane1" refType="w"/>
                  <dgm:constr type="t" for="ch" forName="EmptyPane1" refType="h" fact="0.55"/>
                  <dgm:constr type="h" for="ch" forName="EmptyPane1" refType="h" fact="0.45"/>
                </dgm:constrLst>
              </dgm:if>
              <dgm:else name="evenNode2">
                <dgm:constrLst>
                  <dgm:constr type="w" for="ch" forName="parent1" refType="w" fact="0.6"/>
                  <dgm:constr type="l" for="ch" forName="parent1" refType="w" fact="0.2"/>
                  <dgm:constr type="t" for="ch" forName="parent1" refType="h" fact="0.45"/>
                  <dgm:constr type="h" for="ch" forName="parent1" refType="h" fact="0.1"/>
                  <dgm:constr type="w" for="ch" forName="Childtext1" refType="w"/>
                  <dgm:constr type="h" for="ch" forName="Childtext1" refType="h" fact="0.35"/>
                  <dgm:constr type="t" for="ch" forName="Childtext1" refType="h" fact="0.65"/>
                  <dgm:constr type="w" for="ch" forName="ConnectLine1"/>
                  <dgm:constr type="h" for="ch" forName="ConnectLine1" refType="h" fact="0.08"/>
                  <dgm:constr type="t" for="ch" forName="ConnectLine1" refType="h" fact="0.55"/>
                  <dgm:constr type="ctrX" for="ch" forName="ConnectLine1" refType="w" fact="0.5"/>
                  <dgm:constr type="w" for="ch" forName="ConnectLineEnd1" refType="h" fact="0.02"/>
                  <dgm:constr type="h" for="ch" forName="ConnectLineEnd1" refType="h" fact="0.02"/>
                  <dgm:constr type="b" for="ch" forName="ConnectLineEnd1" refType="h" fact="0.65"/>
                  <dgm:constr type="ctrX" for="ch" forName="ConnectLineEnd1" refType="w" fact="0.5"/>
                  <dgm:constr type="w" for="ch" forName="EmptyPane1" refType="w"/>
                  <dgm:constr type="h" for="ch" forName="EmptyPane1" refType="h" fact="0.45"/>
                </dgm:constrLst>
              </dgm:else>
            </dgm:choose>
            <dgm:layoutNode name="parent1" styleLbl="alignNode1">
              <dgm:varLst>
                <dgm:chMax val="1"/>
                <dgm:chPref val="1"/>
                <dgm:bulletEnabled val="1"/>
              </dgm:varLst>
              <dgm:alg type="tx">
                <dgm:param type="txAnchorHorz" val="ctr"/>
                <dgm:param type="txAnchorVert" val="mid"/>
                <dgm:param type="parTxLTRAlign" val="ctr"/>
                <dgm:param type="parTxRTLAlign" val="ctr"/>
              </dgm:alg>
              <dgm:choose name="casesForFirstAndLastNode12">
                <dgm:if name="startNode12" axis="self" ptType="node" func="pos" op="equ" val="1">
                  <dgm:choose name="removeLineWhenOnlyOneNode12">
                    <dgm:if name="ifOnlyOneNode12" axis="followSib" ptType="node" func="cnt" op="equ" val="0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ifMoreThanOneNode12">
                      <dgm:choose name="Name181">
                        <dgm:if name="Name191" func="var" arg="dir" op="equ" val="norm">
                          <dgm:shape xmlns:r="http://schemas.openxmlformats.org/officeDocument/2006/relationships" rot="-90" type="round2SameRect" r:blip="">
                            <dgm:adjLst/>
                          </dgm:shape>
                        </dgm:if>
                        <dgm:else name="Name201">
                          <dgm:shape xmlns:r="http://schemas.openxmlformats.org/officeDocument/2006/relationships" rot="90" type="round2SameRect" r:blip="">
                            <dgm:adjLst/>
                          </dgm:shape>
                        </dgm:else>
                      </dgm:choose>
                    </dgm:else>
                  </dgm:choose>
                </dgm:if>
                <dgm:else name="notStartNode12">
                  <dgm:choose name="Name221">
                    <dgm:if name="Name231" axis="self" ptType="node" func="revPos" op="equ" val="1">
                      <dgm:choose name="Name241">
                        <dgm:if name="Name251" func="var" arg="dir" op="equ" val="norm">
                          <dgm:shape xmlns:r="http://schemas.openxmlformats.org/officeDocument/2006/relationships" rot="90" type="round2SameRect" r:blip="">
                            <dgm:adjLst/>
                          </dgm:shape>
                        </dgm:if>
                        <dgm:else name="Name261">
                          <dgm:shape xmlns:r="http://schemas.openxmlformats.org/officeDocument/2006/relationships" rot="-90" type="round2SameRect" r:blip="">
                            <dgm:adjLst/>
                          </dgm:shape>
                        </dgm:else>
                      </dgm:choose>
                    </dgm:if>
                    <dgm:else name="Name271">
                      <dgm:shape xmlns:r="http://schemas.openxmlformats.org/officeDocument/2006/relationships" type="rect" r:blip="">
                        <dgm:adjLst/>
                      </dgm:shape>
                    </dgm:else>
                  </dgm:choose>
                </dgm:else>
              </dgm:choose>
              <dgm:presOf axis="self" ptType="node"/>
              <dgm:constrLst>
                <dgm:constr type="lMarg" refType="primFontSz" fact="0.6"/>
                <dgm:constr type="rMarg" refType="primFontSz" fact="0.6"/>
                <dgm:constr type="tMarg" refType="primFontSz" fact="0.6"/>
                <dgm:constr type="bMarg" refType="primFontSz" fact="0.6"/>
              </dgm:constrLst>
              <dgm:ruleLst>
                <dgm:rule type="primFontSz" val="11" fact="NaN" max="NaN"/>
              </dgm:ruleLst>
            </dgm:layoutNode>
            <dgm:layoutNode name="Childtext1" styleLbl="revTx">
              <dgm:varLst>
                <dgm:bulletEnabled val="1"/>
              </dgm:varLst>
              <dgm:choose name="casesForTxtDirLogic1">
                <dgm:if name="Name771" axis="self" ptType="node" func="posOdd" op="equ" val="1">
                  <dgm:alg type="tx">
                    <dgm:param type="txAnchorVert" val="b"/>
                    <dgm:param type="txAnchorHorz" val="ctr"/>
                    <dgm:param type="parTxLTRAlign" val="ctr"/>
                    <dgm:param type="parTxRTLAlign" val="ctr"/>
                  </dgm:alg>
                  <dgm:constrLst>
                    <dgm:constr type="lMarg"/>
                    <dgm:constr type="rMarg"/>
                    <dgm:constr type="tMarg"/>
                    <dgm:constr type="bMarg" refType="primFontSz" fact="0.6"/>
                  </dgm:constrLst>
                </dgm:if>
                <dgm:else name="Name881">
                  <dgm:alg type="tx">
                    <dgm:param type="txAnchorVert" val="t"/>
                    <dgm:param type="txAnchorHorz" val="ctr"/>
                    <dgm:param type="parTxLTRAlign" val="ctr"/>
                    <dgm:param type="parTxRTLAlign" val="ctr"/>
                  </dgm:alg>
                  <dgm:constrLst>
                    <dgm:constr type="lMarg"/>
                    <dgm:constr type="rMarg"/>
                    <dgm:constr type="tMarg" refType="primFontSz" fact="0.6"/>
                    <dgm:constr type="bMarg"/>
                  </dgm:constrLst>
                </dgm:else>
              </dgm:choose>
              <dgm:shape xmlns:r="http://schemas.openxmlformats.org/officeDocument/2006/relationships" type="rect" r:blip="">
                <dgm:adjLst/>
              </dgm:shape>
              <dgm:presOf axis="ch" ptType="node"/>
              <dgm:ruleLst>
                <dgm:rule type="primFontSz" val="11" fact="NaN" max="NaN"/>
              </dgm:ruleLst>
            </dgm:layoutNode>
            <dgm:layoutNode name="ConnectLine1" styleLbl="sibTrans1D1">
              <dgm:alg type="sp"/>
              <dgm:shape xmlns:r="http://schemas.openxmlformats.org/officeDocument/2006/relationships" type="line" r:blip="">
                <dgm:adjLst/>
                <dgm:extLst>
                  <a:ext uri="{B698B0E9-8C71-41B9-8309-B3DCBF30829C}">
                    <dgm1612:spPr xmlns:dgm1612="http://schemas.microsoft.com/office/drawing/2016/12/diagram">
                      <a:ln>
                        <a:prstDash val="dash"/>
                      </a:ln>
                    </dgm1612:spPr>
                  </a:ext>
                </dgm:extLst>
              </dgm:shape>
              <dgm:presOf/>
              <dgm:constrLst/>
            </dgm:layoutNode>
            <dgm:layoutNode name="ConnectLineEnd1" styleLbl="l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/>
            </dgm:layoutNode>
            <dgm:layoutNode name="EmptyPane1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forEach name="Name281" axis="followSib" ptType="sibTrans" cnt="1">
            <dgm:layoutNode name="spaceBetweenRectangles1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CECDE2A-27F2-43E2-A7D6-67804F88C1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057DF57-16B0-40BB-8812-AC3816554B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F0ECD-C04E-4103-A008-55E307C31DAD}" type="datetime1">
              <a:rPr lang="ru-RU" smtClean="0"/>
              <a:t>13.12.2023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2FCBFD5-EBAD-4093-9C3D-7F1D3D3EE6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E862252-44C7-43AB-B35A-AD59C1258D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DABAC-1AD4-4411-91BF-7342D036EF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69982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CE877F4-782D-4241-A394-70ED03F14C36}" type="datetime1">
              <a:rPr lang="ru-RU" smtClean="0"/>
              <a:t>13.12.2023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BF9438-3EEF-4192-9815-F6F44770AEF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EB040C8-62D2-4EA7-B200-D3B8C06AAFD8}" type="slidenum">
              <a:rPr lang="ru-RU" noProof="1" smtClean="0"/>
              <a:t>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844359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Рисунок 33">
            <a:extLst>
              <a:ext uri="{FF2B5EF4-FFF2-40B4-BE49-F238E27FC236}">
                <a16:creationId xmlns:a16="http://schemas.microsoft.com/office/drawing/2014/main" id="{FD177CC8-001B-43AD-8769-8F49681EB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273115" cy="6858000"/>
          </a:xfrm>
          <a:custGeom>
            <a:avLst/>
            <a:gdLst>
              <a:gd name="connsiteX0" fmla="*/ 3348090 w 11273115"/>
              <a:gd name="connsiteY0" fmla="*/ 0 h 6858000"/>
              <a:gd name="connsiteX1" fmla="*/ 3350669 w 11273115"/>
              <a:gd name="connsiteY1" fmla="*/ 66 h 6858000"/>
              <a:gd name="connsiteX2" fmla="*/ 3350669 w 11273115"/>
              <a:gd name="connsiteY2" fmla="*/ 0 h 6858000"/>
              <a:gd name="connsiteX3" fmla="*/ 11272195 w 11273115"/>
              <a:gd name="connsiteY3" fmla="*/ 0 h 6858000"/>
              <a:gd name="connsiteX4" fmla="*/ 11272195 w 11273115"/>
              <a:gd name="connsiteY4" fmla="*/ 2961216 h 6858000"/>
              <a:gd name="connsiteX5" fmla="*/ 11271695 w 11273115"/>
              <a:gd name="connsiteY5" fmla="*/ 2961216 h 6858000"/>
              <a:gd name="connsiteX6" fmla="*/ 11273115 w 11273115"/>
              <a:gd name="connsiteY6" fmla="*/ 3017366 h 6858000"/>
              <a:gd name="connsiteX7" fmla="*/ 7818094 w 11273115"/>
              <a:gd name="connsiteY7" fmla="*/ 6846005 h 6858000"/>
              <a:gd name="connsiteX8" fmla="*/ 7660345 w 11273115"/>
              <a:gd name="connsiteY8" fmla="*/ 6858000 h 6858000"/>
              <a:gd name="connsiteX9" fmla="*/ 0 w 11273115"/>
              <a:gd name="connsiteY9" fmla="*/ 6858000 h 6858000"/>
              <a:gd name="connsiteX10" fmla="*/ 0 w 11273115"/>
              <a:gd name="connsiteY10" fmla="*/ 3105006 h 6858000"/>
              <a:gd name="connsiteX11" fmla="*/ 1984 w 11273115"/>
              <a:gd name="connsiteY11" fmla="*/ 3078405 h 6858000"/>
              <a:gd name="connsiteX12" fmla="*/ 3348090 w 11273115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3115" h="6858000">
                <a:moveTo>
                  <a:pt x="3348090" y="0"/>
                </a:moveTo>
                <a:lnTo>
                  <a:pt x="3350669" y="66"/>
                </a:lnTo>
                <a:lnTo>
                  <a:pt x="3350669" y="0"/>
                </a:lnTo>
                <a:lnTo>
                  <a:pt x="11272195" y="0"/>
                </a:lnTo>
                <a:lnTo>
                  <a:pt x="11272195" y="2961216"/>
                </a:lnTo>
                <a:lnTo>
                  <a:pt x="11271695" y="2961216"/>
                </a:lnTo>
                <a:lnTo>
                  <a:pt x="11273115" y="3017366"/>
                </a:lnTo>
                <a:cubicBezTo>
                  <a:pt x="11273115" y="5009996"/>
                  <a:pt x="9758729" y="6648923"/>
                  <a:pt x="7818094" y="6846005"/>
                </a:cubicBezTo>
                <a:lnTo>
                  <a:pt x="7660345" y="6858000"/>
                </a:lnTo>
                <a:lnTo>
                  <a:pt x="0" y="6858000"/>
                </a:lnTo>
                <a:lnTo>
                  <a:pt x="0" y="3105006"/>
                </a:lnTo>
                <a:lnTo>
                  <a:pt x="1984" y="3078405"/>
                </a:lnTo>
                <a:cubicBezTo>
                  <a:pt x="174228" y="1349311"/>
                  <a:pt x="1606596" y="0"/>
                  <a:pt x="334809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tlCol="0" anchor="ctr">
            <a:noAutofit/>
          </a:bodyPr>
          <a:lstStyle>
            <a:lvl1pPr algn="ctr"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ED724945-48CE-43AA-A2D7-D18FC7CB7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FF4C4F21-0086-44BC-AE2C-731756B16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21" y="4330696"/>
            <a:ext cx="11582479" cy="2527304"/>
          </a:xfrm>
          <a:custGeom>
            <a:avLst/>
            <a:gdLst>
              <a:gd name="connsiteX0" fmla="*/ 326075 w 8600365"/>
              <a:gd name="connsiteY0" fmla="*/ 0 h 1224926"/>
              <a:gd name="connsiteX1" fmla="*/ 8274290 w 8600365"/>
              <a:gd name="connsiteY1" fmla="*/ 0 h 1224926"/>
              <a:gd name="connsiteX2" fmla="*/ 8600365 w 8600365"/>
              <a:gd name="connsiteY2" fmla="*/ 326075 h 1224926"/>
              <a:gd name="connsiteX3" fmla="*/ 8600365 w 8600365"/>
              <a:gd name="connsiteY3" fmla="*/ 1224926 h 1224926"/>
              <a:gd name="connsiteX4" fmla="*/ 8600365 w 8600365"/>
              <a:gd name="connsiteY4" fmla="*/ 1224926 h 1224926"/>
              <a:gd name="connsiteX5" fmla="*/ 0 w 8600365"/>
              <a:gd name="connsiteY5" fmla="*/ 1224926 h 1224926"/>
              <a:gd name="connsiteX6" fmla="*/ 0 w 8600365"/>
              <a:gd name="connsiteY6" fmla="*/ 1224926 h 1224926"/>
              <a:gd name="connsiteX7" fmla="*/ 0 w 8600365"/>
              <a:gd name="connsiteY7" fmla="*/ 326075 h 1224926"/>
              <a:gd name="connsiteX8" fmla="*/ 326075 w 8600365"/>
              <a:gd name="connsiteY8" fmla="*/ 0 h 1224926"/>
              <a:gd name="connsiteX0" fmla="*/ 326075 w 8687289"/>
              <a:gd name="connsiteY0" fmla="*/ 0 h 1224926"/>
              <a:gd name="connsiteX1" fmla="*/ 8609570 w 8687289"/>
              <a:gd name="connsiteY1" fmla="*/ 0 h 1224926"/>
              <a:gd name="connsiteX2" fmla="*/ 8600365 w 8687289"/>
              <a:gd name="connsiteY2" fmla="*/ 326075 h 1224926"/>
              <a:gd name="connsiteX3" fmla="*/ 8600365 w 8687289"/>
              <a:gd name="connsiteY3" fmla="*/ 1224926 h 1224926"/>
              <a:gd name="connsiteX4" fmla="*/ 8600365 w 8687289"/>
              <a:gd name="connsiteY4" fmla="*/ 1224926 h 1224926"/>
              <a:gd name="connsiteX5" fmla="*/ 0 w 8687289"/>
              <a:gd name="connsiteY5" fmla="*/ 1224926 h 1224926"/>
              <a:gd name="connsiteX6" fmla="*/ 0 w 8687289"/>
              <a:gd name="connsiteY6" fmla="*/ 1224926 h 1224926"/>
              <a:gd name="connsiteX7" fmla="*/ 0 w 8687289"/>
              <a:gd name="connsiteY7" fmla="*/ 326075 h 1224926"/>
              <a:gd name="connsiteX8" fmla="*/ 326075 w 8687289"/>
              <a:gd name="connsiteY8" fmla="*/ 0 h 1224926"/>
              <a:gd name="connsiteX0" fmla="*/ 326075 w 8635417"/>
              <a:gd name="connsiteY0" fmla="*/ 0 h 1224926"/>
              <a:gd name="connsiteX1" fmla="*/ 8533370 w 8635417"/>
              <a:gd name="connsiteY1" fmla="*/ 0 h 1224926"/>
              <a:gd name="connsiteX2" fmla="*/ 8600365 w 8635417"/>
              <a:gd name="connsiteY2" fmla="*/ 326075 h 1224926"/>
              <a:gd name="connsiteX3" fmla="*/ 8600365 w 8635417"/>
              <a:gd name="connsiteY3" fmla="*/ 1224926 h 1224926"/>
              <a:gd name="connsiteX4" fmla="*/ 8600365 w 8635417"/>
              <a:gd name="connsiteY4" fmla="*/ 1224926 h 1224926"/>
              <a:gd name="connsiteX5" fmla="*/ 0 w 8635417"/>
              <a:gd name="connsiteY5" fmla="*/ 1224926 h 1224926"/>
              <a:gd name="connsiteX6" fmla="*/ 0 w 8635417"/>
              <a:gd name="connsiteY6" fmla="*/ 1224926 h 1224926"/>
              <a:gd name="connsiteX7" fmla="*/ 0 w 8635417"/>
              <a:gd name="connsiteY7" fmla="*/ 326075 h 1224926"/>
              <a:gd name="connsiteX8" fmla="*/ 326075 w 8635417"/>
              <a:gd name="connsiteY8" fmla="*/ 0 h 1224926"/>
              <a:gd name="connsiteX0" fmla="*/ 326075 w 8626903"/>
              <a:gd name="connsiteY0" fmla="*/ 0 h 1224926"/>
              <a:gd name="connsiteX1" fmla="*/ 8518130 w 8626903"/>
              <a:gd name="connsiteY1" fmla="*/ 0 h 1224926"/>
              <a:gd name="connsiteX2" fmla="*/ 8600365 w 8626903"/>
              <a:gd name="connsiteY2" fmla="*/ 326075 h 1224926"/>
              <a:gd name="connsiteX3" fmla="*/ 8600365 w 8626903"/>
              <a:gd name="connsiteY3" fmla="*/ 1224926 h 1224926"/>
              <a:gd name="connsiteX4" fmla="*/ 8600365 w 8626903"/>
              <a:gd name="connsiteY4" fmla="*/ 1224926 h 1224926"/>
              <a:gd name="connsiteX5" fmla="*/ 0 w 8626903"/>
              <a:gd name="connsiteY5" fmla="*/ 1224926 h 1224926"/>
              <a:gd name="connsiteX6" fmla="*/ 0 w 8626903"/>
              <a:gd name="connsiteY6" fmla="*/ 1224926 h 1224926"/>
              <a:gd name="connsiteX7" fmla="*/ 0 w 8626903"/>
              <a:gd name="connsiteY7" fmla="*/ 326075 h 1224926"/>
              <a:gd name="connsiteX8" fmla="*/ 326075 w 8626903"/>
              <a:gd name="connsiteY8" fmla="*/ 0 h 1224926"/>
              <a:gd name="connsiteX0" fmla="*/ 326075 w 8600365"/>
              <a:gd name="connsiteY0" fmla="*/ 0 h 1224926"/>
              <a:gd name="connsiteX1" fmla="*/ 8518130 w 8600365"/>
              <a:gd name="connsiteY1" fmla="*/ 0 h 1224926"/>
              <a:gd name="connsiteX2" fmla="*/ 8600365 w 8600365"/>
              <a:gd name="connsiteY2" fmla="*/ 326075 h 1224926"/>
              <a:gd name="connsiteX3" fmla="*/ 8600365 w 8600365"/>
              <a:gd name="connsiteY3" fmla="*/ 1224926 h 1224926"/>
              <a:gd name="connsiteX4" fmla="*/ 8600365 w 8600365"/>
              <a:gd name="connsiteY4" fmla="*/ 1224926 h 1224926"/>
              <a:gd name="connsiteX5" fmla="*/ 0 w 8600365"/>
              <a:gd name="connsiteY5" fmla="*/ 1224926 h 1224926"/>
              <a:gd name="connsiteX6" fmla="*/ 0 w 8600365"/>
              <a:gd name="connsiteY6" fmla="*/ 1224926 h 1224926"/>
              <a:gd name="connsiteX7" fmla="*/ 0 w 8600365"/>
              <a:gd name="connsiteY7" fmla="*/ 326075 h 1224926"/>
              <a:gd name="connsiteX8" fmla="*/ 326075 w 8600365"/>
              <a:gd name="connsiteY8" fmla="*/ 0 h 1224926"/>
              <a:gd name="connsiteX0" fmla="*/ 326075 w 8600365"/>
              <a:gd name="connsiteY0" fmla="*/ 0 h 1224926"/>
              <a:gd name="connsiteX1" fmla="*/ 8518130 w 8600365"/>
              <a:gd name="connsiteY1" fmla="*/ 0 h 1224926"/>
              <a:gd name="connsiteX2" fmla="*/ 8600365 w 8600365"/>
              <a:gd name="connsiteY2" fmla="*/ 764225 h 1224926"/>
              <a:gd name="connsiteX3" fmla="*/ 8600365 w 8600365"/>
              <a:gd name="connsiteY3" fmla="*/ 1224926 h 1224926"/>
              <a:gd name="connsiteX4" fmla="*/ 8600365 w 8600365"/>
              <a:gd name="connsiteY4" fmla="*/ 1224926 h 1224926"/>
              <a:gd name="connsiteX5" fmla="*/ 0 w 8600365"/>
              <a:gd name="connsiteY5" fmla="*/ 1224926 h 1224926"/>
              <a:gd name="connsiteX6" fmla="*/ 0 w 8600365"/>
              <a:gd name="connsiteY6" fmla="*/ 1224926 h 1224926"/>
              <a:gd name="connsiteX7" fmla="*/ 0 w 8600365"/>
              <a:gd name="connsiteY7" fmla="*/ 326075 h 1224926"/>
              <a:gd name="connsiteX8" fmla="*/ 326075 w 8600365"/>
              <a:gd name="connsiteY8" fmla="*/ 0 h 1224926"/>
              <a:gd name="connsiteX0" fmla="*/ 326075 w 8611111"/>
              <a:gd name="connsiteY0" fmla="*/ 0 h 1224926"/>
              <a:gd name="connsiteX1" fmla="*/ 8603855 w 8611111"/>
              <a:gd name="connsiteY1" fmla="*/ 0 h 1224926"/>
              <a:gd name="connsiteX2" fmla="*/ 8600365 w 8611111"/>
              <a:gd name="connsiteY2" fmla="*/ 764225 h 1224926"/>
              <a:gd name="connsiteX3" fmla="*/ 8600365 w 8611111"/>
              <a:gd name="connsiteY3" fmla="*/ 1224926 h 1224926"/>
              <a:gd name="connsiteX4" fmla="*/ 8600365 w 8611111"/>
              <a:gd name="connsiteY4" fmla="*/ 1224926 h 1224926"/>
              <a:gd name="connsiteX5" fmla="*/ 0 w 8611111"/>
              <a:gd name="connsiteY5" fmla="*/ 1224926 h 1224926"/>
              <a:gd name="connsiteX6" fmla="*/ 0 w 8611111"/>
              <a:gd name="connsiteY6" fmla="*/ 1224926 h 1224926"/>
              <a:gd name="connsiteX7" fmla="*/ 0 w 8611111"/>
              <a:gd name="connsiteY7" fmla="*/ 326075 h 1224926"/>
              <a:gd name="connsiteX8" fmla="*/ 326075 w 8611111"/>
              <a:gd name="connsiteY8" fmla="*/ 0 h 1224926"/>
              <a:gd name="connsiteX0" fmla="*/ 326075 w 8611111"/>
              <a:gd name="connsiteY0" fmla="*/ 0 h 1224926"/>
              <a:gd name="connsiteX1" fmla="*/ 8603855 w 8611111"/>
              <a:gd name="connsiteY1" fmla="*/ 0 h 1224926"/>
              <a:gd name="connsiteX2" fmla="*/ 8600365 w 8611111"/>
              <a:gd name="connsiteY2" fmla="*/ 764225 h 1224926"/>
              <a:gd name="connsiteX3" fmla="*/ 8600365 w 8611111"/>
              <a:gd name="connsiteY3" fmla="*/ 1224926 h 1224926"/>
              <a:gd name="connsiteX4" fmla="*/ 8600365 w 8611111"/>
              <a:gd name="connsiteY4" fmla="*/ 1224926 h 1224926"/>
              <a:gd name="connsiteX5" fmla="*/ 0 w 8611111"/>
              <a:gd name="connsiteY5" fmla="*/ 1224926 h 1224926"/>
              <a:gd name="connsiteX6" fmla="*/ 0 w 8611111"/>
              <a:gd name="connsiteY6" fmla="*/ 1224926 h 1224926"/>
              <a:gd name="connsiteX7" fmla="*/ 0 w 8611111"/>
              <a:gd name="connsiteY7" fmla="*/ 326075 h 1224926"/>
              <a:gd name="connsiteX8" fmla="*/ 326075 w 8611111"/>
              <a:gd name="connsiteY8" fmla="*/ 0 h 1224926"/>
              <a:gd name="connsiteX0" fmla="*/ 326075 w 8606958"/>
              <a:gd name="connsiteY0" fmla="*/ 0 h 1224926"/>
              <a:gd name="connsiteX1" fmla="*/ 8603855 w 8606958"/>
              <a:gd name="connsiteY1" fmla="*/ 0 h 1224926"/>
              <a:gd name="connsiteX2" fmla="*/ 8600365 w 8606958"/>
              <a:gd name="connsiteY2" fmla="*/ 764225 h 1224926"/>
              <a:gd name="connsiteX3" fmla="*/ 8600365 w 8606958"/>
              <a:gd name="connsiteY3" fmla="*/ 1224926 h 1224926"/>
              <a:gd name="connsiteX4" fmla="*/ 8600365 w 8606958"/>
              <a:gd name="connsiteY4" fmla="*/ 1224926 h 1224926"/>
              <a:gd name="connsiteX5" fmla="*/ 0 w 8606958"/>
              <a:gd name="connsiteY5" fmla="*/ 1224926 h 1224926"/>
              <a:gd name="connsiteX6" fmla="*/ 0 w 8606958"/>
              <a:gd name="connsiteY6" fmla="*/ 1224926 h 1224926"/>
              <a:gd name="connsiteX7" fmla="*/ 0 w 8606958"/>
              <a:gd name="connsiteY7" fmla="*/ 326075 h 1224926"/>
              <a:gd name="connsiteX8" fmla="*/ 326075 w 8606958"/>
              <a:gd name="connsiteY8" fmla="*/ 0 h 1224926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0 w 8606958"/>
              <a:gd name="connsiteY6" fmla="*/ 1237299 h 1237299"/>
              <a:gd name="connsiteX7" fmla="*/ 0 w 8606958"/>
              <a:gd name="connsiteY7" fmla="*/ 338448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0 w 8606958"/>
              <a:gd name="connsiteY6" fmla="*/ 1237299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0 w 8606958"/>
              <a:gd name="connsiteY6" fmla="*/ 1237299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585122 w 8606958"/>
              <a:gd name="connsiteY6" fmla="*/ 909415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585122 w 8606958"/>
              <a:gd name="connsiteY6" fmla="*/ 909415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932911 w 8817050"/>
              <a:gd name="connsiteY0" fmla="*/ 0 h 1237299"/>
              <a:gd name="connsiteX1" fmla="*/ 8813947 w 8817050"/>
              <a:gd name="connsiteY1" fmla="*/ 12373 h 1237299"/>
              <a:gd name="connsiteX2" fmla="*/ 8810457 w 8817050"/>
              <a:gd name="connsiteY2" fmla="*/ 776598 h 1237299"/>
              <a:gd name="connsiteX3" fmla="*/ 8810457 w 8817050"/>
              <a:gd name="connsiteY3" fmla="*/ 1237299 h 1237299"/>
              <a:gd name="connsiteX4" fmla="*/ 8810457 w 8817050"/>
              <a:gd name="connsiteY4" fmla="*/ 1237299 h 1237299"/>
              <a:gd name="connsiteX5" fmla="*/ 210092 w 8817050"/>
              <a:gd name="connsiteY5" fmla="*/ 1237299 h 1237299"/>
              <a:gd name="connsiteX6" fmla="*/ 313904 w 8817050"/>
              <a:gd name="connsiteY6" fmla="*/ 810431 h 1237299"/>
              <a:gd name="connsiteX7" fmla="*/ 615903 w 8817050"/>
              <a:gd name="connsiteY7" fmla="*/ 480737 h 1237299"/>
              <a:gd name="connsiteX8" fmla="*/ 1932911 w 8817050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103812 w 8606958"/>
              <a:gd name="connsiteY6" fmla="*/ 810431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414334 w 8615481"/>
              <a:gd name="connsiteY7" fmla="*/ 480737 h 1237299"/>
              <a:gd name="connsiteX8" fmla="*/ 1731342 w 8615481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782395 w 8615481"/>
              <a:gd name="connsiteY7" fmla="*/ 251837 h 1237299"/>
              <a:gd name="connsiteX8" fmla="*/ 1731342 w 8615481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782395 w 8615481"/>
              <a:gd name="connsiteY7" fmla="*/ 251837 h 1237299"/>
              <a:gd name="connsiteX8" fmla="*/ 1731342 w 8615481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782395 w 8615481"/>
              <a:gd name="connsiteY7" fmla="*/ 251837 h 1237299"/>
              <a:gd name="connsiteX8" fmla="*/ 1731342 w 8615481"/>
              <a:gd name="connsiteY8" fmla="*/ 0 h 1237299"/>
              <a:gd name="connsiteX0" fmla="*/ 1727632 w 8611771"/>
              <a:gd name="connsiteY0" fmla="*/ 0 h 1237299"/>
              <a:gd name="connsiteX1" fmla="*/ 8608668 w 8611771"/>
              <a:gd name="connsiteY1" fmla="*/ 12373 h 1237299"/>
              <a:gd name="connsiteX2" fmla="*/ 8605178 w 8611771"/>
              <a:gd name="connsiteY2" fmla="*/ 776598 h 1237299"/>
              <a:gd name="connsiteX3" fmla="*/ 8605178 w 8611771"/>
              <a:gd name="connsiteY3" fmla="*/ 1237299 h 1237299"/>
              <a:gd name="connsiteX4" fmla="*/ 8605178 w 8611771"/>
              <a:gd name="connsiteY4" fmla="*/ 1237299 h 1237299"/>
              <a:gd name="connsiteX5" fmla="*/ 4813 w 8611771"/>
              <a:gd name="connsiteY5" fmla="*/ 1237299 h 1237299"/>
              <a:gd name="connsiteX6" fmla="*/ 108625 w 8611771"/>
              <a:gd name="connsiteY6" fmla="*/ 810431 h 1237299"/>
              <a:gd name="connsiteX7" fmla="*/ 778685 w 8611771"/>
              <a:gd name="connsiteY7" fmla="*/ 251837 h 1237299"/>
              <a:gd name="connsiteX8" fmla="*/ 1727632 w 8611771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103812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6697 w 8610836"/>
              <a:gd name="connsiteY0" fmla="*/ 0 h 1237299"/>
              <a:gd name="connsiteX1" fmla="*/ 8607733 w 8610836"/>
              <a:gd name="connsiteY1" fmla="*/ 12373 h 1237299"/>
              <a:gd name="connsiteX2" fmla="*/ 8604243 w 8610836"/>
              <a:gd name="connsiteY2" fmla="*/ 776598 h 1237299"/>
              <a:gd name="connsiteX3" fmla="*/ 8604243 w 8610836"/>
              <a:gd name="connsiteY3" fmla="*/ 1237299 h 1237299"/>
              <a:gd name="connsiteX4" fmla="*/ 8604243 w 8610836"/>
              <a:gd name="connsiteY4" fmla="*/ 1237299 h 1237299"/>
              <a:gd name="connsiteX5" fmla="*/ 3878 w 8610836"/>
              <a:gd name="connsiteY5" fmla="*/ 1237299 h 1237299"/>
              <a:gd name="connsiteX6" fmla="*/ 88815 w 8610836"/>
              <a:gd name="connsiteY6" fmla="*/ 810431 h 1237299"/>
              <a:gd name="connsiteX7" fmla="*/ 777750 w 8610836"/>
              <a:gd name="connsiteY7" fmla="*/ 251837 h 1237299"/>
              <a:gd name="connsiteX8" fmla="*/ 1726697 w 8610836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637882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637882 w 8606958"/>
              <a:gd name="connsiteY8" fmla="*/ 0 h 1237299"/>
              <a:gd name="connsiteX0" fmla="*/ 2298504 w 8606958"/>
              <a:gd name="connsiteY0" fmla="*/ 0 h 1249672"/>
              <a:gd name="connsiteX1" fmla="*/ 8603855 w 8606958"/>
              <a:gd name="connsiteY1" fmla="*/ 24746 h 1249672"/>
              <a:gd name="connsiteX2" fmla="*/ 8600365 w 8606958"/>
              <a:gd name="connsiteY2" fmla="*/ 788971 h 1249672"/>
              <a:gd name="connsiteX3" fmla="*/ 8600365 w 8606958"/>
              <a:gd name="connsiteY3" fmla="*/ 1249672 h 1249672"/>
              <a:gd name="connsiteX4" fmla="*/ 8600365 w 8606958"/>
              <a:gd name="connsiteY4" fmla="*/ 1249672 h 1249672"/>
              <a:gd name="connsiteX5" fmla="*/ 0 w 8606958"/>
              <a:gd name="connsiteY5" fmla="*/ 1249672 h 1249672"/>
              <a:gd name="connsiteX6" fmla="*/ 84937 w 8606958"/>
              <a:gd name="connsiteY6" fmla="*/ 822804 h 1249672"/>
              <a:gd name="connsiteX7" fmla="*/ 745560 w 8606958"/>
              <a:gd name="connsiteY7" fmla="*/ 251837 h 1249672"/>
              <a:gd name="connsiteX8" fmla="*/ 2298504 w 8606958"/>
              <a:gd name="connsiteY8" fmla="*/ 0 h 1249672"/>
              <a:gd name="connsiteX0" fmla="*/ 2298504 w 8606958"/>
              <a:gd name="connsiteY0" fmla="*/ 0 h 1249672"/>
              <a:gd name="connsiteX1" fmla="*/ 8603855 w 8606958"/>
              <a:gd name="connsiteY1" fmla="*/ 24746 h 1249672"/>
              <a:gd name="connsiteX2" fmla="*/ 8600365 w 8606958"/>
              <a:gd name="connsiteY2" fmla="*/ 788971 h 1249672"/>
              <a:gd name="connsiteX3" fmla="*/ 8600365 w 8606958"/>
              <a:gd name="connsiteY3" fmla="*/ 1249672 h 1249672"/>
              <a:gd name="connsiteX4" fmla="*/ 8600365 w 8606958"/>
              <a:gd name="connsiteY4" fmla="*/ 1249672 h 1249672"/>
              <a:gd name="connsiteX5" fmla="*/ 0 w 8606958"/>
              <a:gd name="connsiteY5" fmla="*/ 1249672 h 1249672"/>
              <a:gd name="connsiteX6" fmla="*/ 84937 w 8606958"/>
              <a:gd name="connsiteY6" fmla="*/ 822804 h 1249672"/>
              <a:gd name="connsiteX7" fmla="*/ 745560 w 8606958"/>
              <a:gd name="connsiteY7" fmla="*/ 251837 h 1249672"/>
              <a:gd name="connsiteX8" fmla="*/ 2298504 w 8606958"/>
              <a:gd name="connsiteY8" fmla="*/ 0 h 1249672"/>
              <a:gd name="connsiteX0" fmla="*/ 2298504 w 8606958"/>
              <a:gd name="connsiteY0" fmla="*/ 0 h 1249672"/>
              <a:gd name="connsiteX1" fmla="*/ 8603855 w 8606958"/>
              <a:gd name="connsiteY1" fmla="*/ 24746 h 1249672"/>
              <a:gd name="connsiteX2" fmla="*/ 8600365 w 8606958"/>
              <a:gd name="connsiteY2" fmla="*/ 788971 h 1249672"/>
              <a:gd name="connsiteX3" fmla="*/ 8600365 w 8606958"/>
              <a:gd name="connsiteY3" fmla="*/ 1249672 h 1249672"/>
              <a:gd name="connsiteX4" fmla="*/ 8600365 w 8606958"/>
              <a:gd name="connsiteY4" fmla="*/ 1249672 h 1249672"/>
              <a:gd name="connsiteX5" fmla="*/ 0 w 8606958"/>
              <a:gd name="connsiteY5" fmla="*/ 1249672 h 1249672"/>
              <a:gd name="connsiteX6" fmla="*/ 84937 w 8606958"/>
              <a:gd name="connsiteY6" fmla="*/ 822804 h 1249672"/>
              <a:gd name="connsiteX7" fmla="*/ 2298504 w 8606958"/>
              <a:gd name="connsiteY7" fmla="*/ 0 h 1249672"/>
              <a:gd name="connsiteX0" fmla="*/ 2600441 w 8908895"/>
              <a:gd name="connsiteY0" fmla="*/ 0 h 1249672"/>
              <a:gd name="connsiteX1" fmla="*/ 8905792 w 8908895"/>
              <a:gd name="connsiteY1" fmla="*/ 24746 h 1249672"/>
              <a:gd name="connsiteX2" fmla="*/ 8902302 w 8908895"/>
              <a:gd name="connsiteY2" fmla="*/ 788971 h 1249672"/>
              <a:gd name="connsiteX3" fmla="*/ 8902302 w 8908895"/>
              <a:gd name="connsiteY3" fmla="*/ 1249672 h 1249672"/>
              <a:gd name="connsiteX4" fmla="*/ 8902302 w 8908895"/>
              <a:gd name="connsiteY4" fmla="*/ 1249672 h 1249672"/>
              <a:gd name="connsiteX5" fmla="*/ 301937 w 8908895"/>
              <a:gd name="connsiteY5" fmla="*/ 1249672 h 1249672"/>
              <a:gd name="connsiteX6" fmla="*/ 2600441 w 8908895"/>
              <a:gd name="connsiteY6" fmla="*/ 0 h 1249672"/>
              <a:gd name="connsiteX0" fmla="*/ 2600441 w 8908895"/>
              <a:gd name="connsiteY0" fmla="*/ 0 h 1231113"/>
              <a:gd name="connsiteX1" fmla="*/ 8905792 w 8908895"/>
              <a:gd name="connsiteY1" fmla="*/ 6187 h 1231113"/>
              <a:gd name="connsiteX2" fmla="*/ 8902302 w 8908895"/>
              <a:gd name="connsiteY2" fmla="*/ 770412 h 1231113"/>
              <a:gd name="connsiteX3" fmla="*/ 8902302 w 8908895"/>
              <a:gd name="connsiteY3" fmla="*/ 1231113 h 1231113"/>
              <a:gd name="connsiteX4" fmla="*/ 8902302 w 8908895"/>
              <a:gd name="connsiteY4" fmla="*/ 1231113 h 1231113"/>
              <a:gd name="connsiteX5" fmla="*/ 301937 w 8908895"/>
              <a:gd name="connsiteY5" fmla="*/ 1231113 h 1231113"/>
              <a:gd name="connsiteX6" fmla="*/ 2600441 w 8908895"/>
              <a:gd name="connsiteY6" fmla="*/ 0 h 1231113"/>
              <a:gd name="connsiteX0" fmla="*/ 2716264 w 9024718"/>
              <a:gd name="connsiteY0" fmla="*/ 0 h 1231113"/>
              <a:gd name="connsiteX1" fmla="*/ 9021615 w 9024718"/>
              <a:gd name="connsiteY1" fmla="*/ 6187 h 1231113"/>
              <a:gd name="connsiteX2" fmla="*/ 9018125 w 9024718"/>
              <a:gd name="connsiteY2" fmla="*/ 770412 h 1231113"/>
              <a:gd name="connsiteX3" fmla="*/ 9018125 w 9024718"/>
              <a:gd name="connsiteY3" fmla="*/ 1231113 h 1231113"/>
              <a:gd name="connsiteX4" fmla="*/ 9018125 w 9024718"/>
              <a:gd name="connsiteY4" fmla="*/ 1231113 h 1231113"/>
              <a:gd name="connsiteX5" fmla="*/ 417760 w 9024718"/>
              <a:gd name="connsiteY5" fmla="*/ 1231113 h 1231113"/>
              <a:gd name="connsiteX6" fmla="*/ 2716264 w 9024718"/>
              <a:gd name="connsiteY6" fmla="*/ 0 h 1231113"/>
              <a:gd name="connsiteX0" fmla="*/ 2300894 w 8609348"/>
              <a:gd name="connsiteY0" fmla="*/ 0 h 1231113"/>
              <a:gd name="connsiteX1" fmla="*/ 8606245 w 8609348"/>
              <a:gd name="connsiteY1" fmla="*/ 6187 h 1231113"/>
              <a:gd name="connsiteX2" fmla="*/ 8602755 w 8609348"/>
              <a:gd name="connsiteY2" fmla="*/ 770412 h 1231113"/>
              <a:gd name="connsiteX3" fmla="*/ 8602755 w 8609348"/>
              <a:gd name="connsiteY3" fmla="*/ 1231113 h 1231113"/>
              <a:gd name="connsiteX4" fmla="*/ 8602755 w 8609348"/>
              <a:gd name="connsiteY4" fmla="*/ 1231113 h 1231113"/>
              <a:gd name="connsiteX5" fmla="*/ 2390 w 8609348"/>
              <a:gd name="connsiteY5" fmla="*/ 1231113 h 1231113"/>
              <a:gd name="connsiteX6" fmla="*/ 2300894 w 8609348"/>
              <a:gd name="connsiteY6" fmla="*/ 0 h 1231113"/>
              <a:gd name="connsiteX0" fmla="*/ 2299332 w 8607786"/>
              <a:gd name="connsiteY0" fmla="*/ 0 h 1231113"/>
              <a:gd name="connsiteX1" fmla="*/ 8604683 w 8607786"/>
              <a:gd name="connsiteY1" fmla="*/ 6187 h 1231113"/>
              <a:gd name="connsiteX2" fmla="*/ 8601193 w 8607786"/>
              <a:gd name="connsiteY2" fmla="*/ 770412 h 1231113"/>
              <a:gd name="connsiteX3" fmla="*/ 8601193 w 8607786"/>
              <a:gd name="connsiteY3" fmla="*/ 1231113 h 1231113"/>
              <a:gd name="connsiteX4" fmla="*/ 8601193 w 8607786"/>
              <a:gd name="connsiteY4" fmla="*/ 1231113 h 1231113"/>
              <a:gd name="connsiteX5" fmla="*/ 828 w 8607786"/>
              <a:gd name="connsiteY5" fmla="*/ 1231113 h 1231113"/>
              <a:gd name="connsiteX6" fmla="*/ 2299332 w 8607786"/>
              <a:gd name="connsiteY6" fmla="*/ 0 h 1231113"/>
              <a:gd name="connsiteX0" fmla="*/ 2298564 w 8607018"/>
              <a:gd name="connsiteY0" fmla="*/ 0 h 1231113"/>
              <a:gd name="connsiteX1" fmla="*/ 8603915 w 8607018"/>
              <a:gd name="connsiteY1" fmla="*/ 6187 h 1231113"/>
              <a:gd name="connsiteX2" fmla="*/ 8600425 w 8607018"/>
              <a:gd name="connsiteY2" fmla="*/ 770412 h 1231113"/>
              <a:gd name="connsiteX3" fmla="*/ 8600425 w 8607018"/>
              <a:gd name="connsiteY3" fmla="*/ 1231113 h 1231113"/>
              <a:gd name="connsiteX4" fmla="*/ 8600425 w 8607018"/>
              <a:gd name="connsiteY4" fmla="*/ 1231113 h 1231113"/>
              <a:gd name="connsiteX5" fmla="*/ 60 w 8607018"/>
              <a:gd name="connsiteY5" fmla="*/ 1231113 h 1231113"/>
              <a:gd name="connsiteX6" fmla="*/ 2298564 w 8607018"/>
              <a:gd name="connsiteY6" fmla="*/ 0 h 1231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07018" h="1231113">
                <a:moveTo>
                  <a:pt x="2298564" y="0"/>
                </a:moveTo>
                <a:lnTo>
                  <a:pt x="8603915" y="6187"/>
                </a:lnTo>
                <a:cubicBezTo>
                  <a:pt x="8612551" y="339562"/>
                  <a:pt x="8600425" y="590326"/>
                  <a:pt x="8600425" y="770412"/>
                </a:cubicBezTo>
                <a:lnTo>
                  <a:pt x="8600425" y="1231113"/>
                </a:lnTo>
                <a:lnTo>
                  <a:pt x="8600425" y="1231113"/>
                </a:lnTo>
                <a:lnTo>
                  <a:pt x="60" y="1231113"/>
                </a:lnTo>
                <a:cubicBezTo>
                  <a:pt x="-2693" y="979529"/>
                  <a:pt x="81279" y="0"/>
                  <a:pt x="2298564" y="0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</p:spPr>
        <p:txBody>
          <a:bodyPr rtlCol="0" anchor="t">
            <a:noAutofit/>
          </a:bodyPr>
          <a:lstStyle>
            <a:lvl1pPr marL="1371600">
              <a:lnSpc>
                <a:spcPct val="280000"/>
              </a:lnSpc>
              <a:spcBef>
                <a:spcPts val="1800"/>
              </a:spcBef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 sz="4400">
                <a:solidFill>
                  <a:srgbClr val="FFFFFF"/>
                </a:solidFill>
              </a:rPr>
              <a:t>Образец заголовка</a:t>
            </a:r>
            <a:endParaRPr lang="ru-RU" sz="4400" dirty="0">
              <a:solidFill>
                <a:srgbClr val="FFFFFF"/>
              </a:solidFill>
            </a:endParaRPr>
          </a:p>
        </p:txBody>
      </p:sp>
      <p:sp>
        <p:nvSpPr>
          <p:cNvPr id="36" name="Полилиния: Фигура 35">
            <a:extLst>
              <a:ext uri="{FF2B5EF4-FFF2-40B4-BE49-F238E27FC236}">
                <a16:creationId xmlns:a16="http://schemas.microsoft.com/office/drawing/2014/main" id="{9A0315CC-EC7D-4E65-936E-03F3BE220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77125" y="0"/>
            <a:ext cx="4714875" cy="6858000"/>
          </a:xfrm>
          <a:custGeom>
            <a:avLst/>
            <a:gdLst>
              <a:gd name="connsiteX0" fmla="*/ 3611850 w 4528607"/>
              <a:gd name="connsiteY0" fmla="*/ 0 h 6858000"/>
              <a:gd name="connsiteX1" fmla="*/ 4528607 w 4528607"/>
              <a:gd name="connsiteY1" fmla="*/ 0 h 6858000"/>
              <a:gd name="connsiteX2" fmla="*/ 4528607 w 4528607"/>
              <a:gd name="connsiteY2" fmla="*/ 6858000 h 6858000"/>
              <a:gd name="connsiteX3" fmla="*/ 0 w 4528607"/>
              <a:gd name="connsiteY3" fmla="*/ 6858000 h 6858000"/>
              <a:gd name="connsiteX4" fmla="*/ 157749 w 4528607"/>
              <a:gd name="connsiteY4" fmla="*/ 6846005 h 6858000"/>
              <a:gd name="connsiteX5" fmla="*/ 3612770 w 4528607"/>
              <a:gd name="connsiteY5" fmla="*/ 3017366 h 6858000"/>
              <a:gd name="connsiteX6" fmla="*/ 3611350 w 4528607"/>
              <a:gd name="connsiteY6" fmla="*/ 2961216 h 6858000"/>
              <a:gd name="connsiteX7" fmla="*/ 3611850 w 4528607"/>
              <a:gd name="connsiteY7" fmla="*/ 2961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28607" h="6858000">
                <a:moveTo>
                  <a:pt x="3611850" y="0"/>
                </a:moveTo>
                <a:lnTo>
                  <a:pt x="4528607" y="0"/>
                </a:lnTo>
                <a:lnTo>
                  <a:pt x="4528607" y="6858000"/>
                </a:lnTo>
                <a:lnTo>
                  <a:pt x="0" y="6858000"/>
                </a:lnTo>
                <a:lnTo>
                  <a:pt x="157749" y="6846005"/>
                </a:lnTo>
                <a:cubicBezTo>
                  <a:pt x="2098384" y="6648923"/>
                  <a:pt x="3612770" y="5009996"/>
                  <a:pt x="3612770" y="3017366"/>
                </a:cubicBezTo>
                <a:lnTo>
                  <a:pt x="3611350" y="2961216"/>
                </a:lnTo>
                <a:lnTo>
                  <a:pt x="3611850" y="2961216"/>
                </a:lnTo>
                <a:close/>
              </a:path>
            </a:pathLst>
          </a:custGeom>
          <a:solidFill>
            <a:schemeClr val="accent2">
              <a:lumMod val="75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DAB5A3B-4D59-4E0D-9EA9-FAFC9BFBB5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00614" y="5920740"/>
            <a:ext cx="5476512" cy="723900"/>
          </a:xfrm>
        </p:spPr>
        <p:txBody>
          <a:bodyPr rtlCol="0">
            <a:noAutofit/>
          </a:bodyPr>
          <a:lstStyle>
            <a:lvl1pPr>
              <a:buNone/>
              <a:defRPr sz="2000">
                <a:solidFill>
                  <a:schemeClr val="bg2"/>
                </a:solidFill>
              </a:defRPr>
            </a:lvl1pPr>
            <a:lvl2pPr>
              <a:buNone/>
              <a:defRPr sz="2000">
                <a:solidFill>
                  <a:schemeClr val="bg2"/>
                </a:solidFill>
              </a:defRPr>
            </a:lvl2pPr>
            <a:lvl3pPr>
              <a:buNone/>
              <a:defRPr sz="2000">
                <a:solidFill>
                  <a:schemeClr val="bg2"/>
                </a:solidFill>
              </a:defRPr>
            </a:lvl3pPr>
            <a:lvl4pPr>
              <a:buNone/>
              <a:defRPr sz="2000">
                <a:solidFill>
                  <a:schemeClr val="bg2"/>
                </a:solidFill>
              </a:defRPr>
            </a:lvl4pPr>
            <a:lvl5pPr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755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вестк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6C91E54-DBE4-467A-A827-2C5C88E61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880244"/>
            <a:ext cx="12192000" cy="397775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DBAED78D-8293-4554-BA23-D14EC617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525440"/>
            <a:ext cx="5390983" cy="1963318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>
                <a:solidFill>
                  <a:srgbClr val="FFFFFF"/>
                </a:solidFill>
              </a:rPr>
              <a:t>Образец заголовка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A9EFAE44-6509-43CD-AB03-7B4944875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3377821"/>
            <a:ext cx="5181600" cy="279914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D5749D8A-F20A-4228-9136-5891AE0352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4166" y="-1798"/>
            <a:ext cx="2846566" cy="2872294"/>
          </a:xfrm>
          <a:custGeom>
            <a:avLst/>
            <a:gdLst>
              <a:gd name="connsiteX0" fmla="*/ 2797 w 2846566"/>
              <a:gd name="connsiteY0" fmla="*/ 0 h 2838450"/>
              <a:gd name="connsiteX1" fmla="*/ 2846566 w 2846566"/>
              <a:gd name="connsiteY1" fmla="*/ 0 h 2838450"/>
              <a:gd name="connsiteX2" fmla="*/ 2846566 w 2846566"/>
              <a:gd name="connsiteY2" fmla="*/ 2838450 h 2838450"/>
              <a:gd name="connsiteX3" fmla="*/ 2091122 w 2846566"/>
              <a:gd name="connsiteY3" fmla="*/ 2838450 h 2838450"/>
              <a:gd name="connsiteX4" fmla="*/ 1974232 w 2846566"/>
              <a:gd name="connsiteY4" fmla="*/ 2820914 h 2838450"/>
              <a:gd name="connsiteX5" fmla="*/ 0 w 2846566"/>
              <a:gd name="connsiteY5" fmla="*/ 404262 h 2838450"/>
              <a:gd name="connsiteX6" fmla="*/ 2797 w 2846566"/>
              <a:gd name="connsiteY6" fmla="*/ 293225 h 283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46566" h="2838450">
                <a:moveTo>
                  <a:pt x="2797" y="0"/>
                </a:moveTo>
                <a:lnTo>
                  <a:pt x="2846566" y="0"/>
                </a:lnTo>
                <a:lnTo>
                  <a:pt x="2846566" y="2838450"/>
                </a:lnTo>
                <a:lnTo>
                  <a:pt x="2091122" y="2838450"/>
                </a:lnTo>
                <a:lnTo>
                  <a:pt x="1974232" y="2820914"/>
                </a:lnTo>
                <a:cubicBezTo>
                  <a:pt x="848632" y="2597020"/>
                  <a:pt x="0" y="1600146"/>
                  <a:pt x="0" y="404262"/>
                </a:cubicBezTo>
                <a:lnTo>
                  <a:pt x="2797" y="29322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rtlCol="0">
            <a:noAutofit/>
          </a:bodyPr>
          <a:lstStyle>
            <a:lvl1pPr algn="r"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4A3C6DC1-25FD-4947-8211-89B20E599A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0733" y="-1798"/>
            <a:ext cx="2826990" cy="2854594"/>
          </a:xfrm>
          <a:custGeom>
            <a:avLst/>
            <a:gdLst>
              <a:gd name="connsiteX0" fmla="*/ 0 w 2826990"/>
              <a:gd name="connsiteY0" fmla="*/ 0 h 2854594"/>
              <a:gd name="connsiteX1" fmla="*/ 2826990 w 2826990"/>
              <a:gd name="connsiteY1" fmla="*/ 0 h 2854594"/>
              <a:gd name="connsiteX2" fmla="*/ 2826990 w 2826990"/>
              <a:gd name="connsiteY2" fmla="*/ 2854594 h 2854594"/>
              <a:gd name="connsiteX3" fmla="*/ 0 w 2826990"/>
              <a:gd name="connsiteY3" fmla="*/ 2854594 h 285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6990" h="2854594">
                <a:moveTo>
                  <a:pt x="0" y="0"/>
                </a:moveTo>
                <a:lnTo>
                  <a:pt x="2826990" y="0"/>
                </a:lnTo>
                <a:lnTo>
                  <a:pt x="2826990" y="2854594"/>
                </a:lnTo>
                <a:lnTo>
                  <a:pt x="0" y="2854594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53C819AA-E73C-44C7-9928-5E1A8A22BC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4169" y="2856391"/>
            <a:ext cx="2846565" cy="4001609"/>
          </a:xfrm>
          <a:custGeom>
            <a:avLst/>
            <a:gdLst>
              <a:gd name="connsiteX0" fmla="*/ 2436721 w 2846565"/>
              <a:gd name="connsiteY0" fmla="*/ 0 h 4001609"/>
              <a:gd name="connsiteX1" fmla="*/ 2846565 w 2846565"/>
              <a:gd name="connsiteY1" fmla="*/ 0 h 4001609"/>
              <a:gd name="connsiteX2" fmla="*/ 2846565 w 2846565"/>
              <a:gd name="connsiteY2" fmla="*/ 4001609 h 4001609"/>
              <a:gd name="connsiteX3" fmla="*/ 2796 w 2846565"/>
              <a:gd name="connsiteY3" fmla="*/ 4001608 h 4001609"/>
              <a:gd name="connsiteX4" fmla="*/ 2796 w 2846565"/>
              <a:gd name="connsiteY4" fmla="*/ 2564348 h 4001609"/>
              <a:gd name="connsiteX5" fmla="*/ 0 w 2846565"/>
              <a:gd name="connsiteY5" fmla="*/ 2453758 h 4001609"/>
              <a:gd name="connsiteX6" fmla="*/ 2202875 w 2846565"/>
              <a:gd name="connsiteY6" fmla="*/ 12668 h 4001609"/>
              <a:gd name="connsiteX7" fmla="*/ 2436721 w 2846565"/>
              <a:gd name="connsiteY7" fmla="*/ 860 h 400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46565" h="4001609">
                <a:moveTo>
                  <a:pt x="2436721" y="0"/>
                </a:moveTo>
                <a:lnTo>
                  <a:pt x="2846565" y="0"/>
                </a:lnTo>
                <a:lnTo>
                  <a:pt x="2846565" y="4001609"/>
                </a:lnTo>
                <a:lnTo>
                  <a:pt x="2796" y="4001608"/>
                </a:lnTo>
                <a:lnTo>
                  <a:pt x="2796" y="2564348"/>
                </a:lnTo>
                <a:lnTo>
                  <a:pt x="0" y="2453758"/>
                </a:lnTo>
                <a:cubicBezTo>
                  <a:pt x="0" y="1183283"/>
                  <a:pt x="965553" y="138326"/>
                  <a:pt x="2202875" y="12668"/>
                </a:cubicBezTo>
                <a:lnTo>
                  <a:pt x="2436721" y="86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>
            <a:lvl1pPr algn="r"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64635F40-0058-44E0-95CD-8FFAE18764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456" y="2828943"/>
            <a:ext cx="2835544" cy="4038805"/>
          </a:xfrm>
          <a:custGeom>
            <a:avLst/>
            <a:gdLst>
              <a:gd name="connsiteX0" fmla="*/ 0 w 2835544"/>
              <a:gd name="connsiteY0" fmla="*/ 0 h 4038805"/>
              <a:gd name="connsiteX1" fmla="*/ 2835544 w 2835544"/>
              <a:gd name="connsiteY1" fmla="*/ 0 h 4038805"/>
              <a:gd name="connsiteX2" fmla="*/ 2835544 w 2835544"/>
              <a:gd name="connsiteY2" fmla="*/ 4038805 h 4038805"/>
              <a:gd name="connsiteX3" fmla="*/ 0 w 2835544"/>
              <a:gd name="connsiteY3" fmla="*/ 4038805 h 40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544" h="4038805">
                <a:moveTo>
                  <a:pt x="0" y="0"/>
                </a:moveTo>
                <a:lnTo>
                  <a:pt x="2835544" y="0"/>
                </a:lnTo>
                <a:lnTo>
                  <a:pt x="2835544" y="4038805"/>
                </a:lnTo>
                <a:lnTo>
                  <a:pt x="0" y="403880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057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7624BCA1-E0EF-42A1-B762-D68E4B984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05C258CF-58AC-4C7A-A953-392693E55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3537"/>
            <a:ext cx="12192000" cy="4463002"/>
          </a:xfrm>
          <a:custGeom>
            <a:avLst/>
            <a:gdLst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6051190 w 12192000"/>
              <a:gd name="connsiteY11" fmla="*/ 2210393 h 4463002"/>
              <a:gd name="connsiteX12" fmla="*/ 5343524 w 12192000"/>
              <a:gd name="connsiteY12" fmla="*/ 2210393 h 4463002"/>
              <a:gd name="connsiteX13" fmla="*/ 5343524 w 12192000"/>
              <a:gd name="connsiteY13" fmla="*/ 2209238 h 4463002"/>
              <a:gd name="connsiteX14" fmla="*/ 0 w 12192000"/>
              <a:gd name="connsiteY14" fmla="*/ 2209238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5343524 w 12192000"/>
              <a:gd name="connsiteY11" fmla="*/ 2210393 h 4463002"/>
              <a:gd name="connsiteX12" fmla="*/ 5343524 w 12192000"/>
              <a:gd name="connsiteY12" fmla="*/ 2209238 h 4463002"/>
              <a:gd name="connsiteX13" fmla="*/ 0 w 12192000"/>
              <a:gd name="connsiteY13" fmla="*/ 2209238 h 4463002"/>
              <a:gd name="connsiteX14" fmla="*/ 0 w 12192000"/>
              <a:gd name="connsiteY14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5343524 w 12192000"/>
              <a:gd name="connsiteY10" fmla="*/ 2210393 h 4463002"/>
              <a:gd name="connsiteX11" fmla="*/ 5343524 w 12192000"/>
              <a:gd name="connsiteY11" fmla="*/ 2209238 h 4463002"/>
              <a:gd name="connsiteX12" fmla="*/ 0 w 12192000"/>
              <a:gd name="connsiteY12" fmla="*/ 2209238 h 4463002"/>
              <a:gd name="connsiteX13" fmla="*/ 0 w 12192000"/>
              <a:gd name="connsiteY13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5343524 w 12192000"/>
              <a:gd name="connsiteY9" fmla="*/ 2210393 h 4463002"/>
              <a:gd name="connsiteX10" fmla="*/ 5343524 w 12192000"/>
              <a:gd name="connsiteY10" fmla="*/ 2209238 h 4463002"/>
              <a:gd name="connsiteX11" fmla="*/ 0 w 12192000"/>
              <a:gd name="connsiteY11" fmla="*/ 2209238 h 4463002"/>
              <a:gd name="connsiteX12" fmla="*/ 0 w 12192000"/>
              <a:gd name="connsiteY12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5343524 w 12192000"/>
              <a:gd name="connsiteY9" fmla="*/ 2209238 h 4463002"/>
              <a:gd name="connsiteX10" fmla="*/ 0 w 12192000"/>
              <a:gd name="connsiteY10" fmla="*/ 2209238 h 4463002"/>
              <a:gd name="connsiteX11" fmla="*/ 0 w 12192000"/>
              <a:gd name="connsiteY11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0 w 12192000"/>
              <a:gd name="connsiteY9" fmla="*/ 2209238 h 4463002"/>
              <a:gd name="connsiteX10" fmla="*/ 0 w 12192000"/>
              <a:gd name="connsiteY10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0 w 12192000"/>
              <a:gd name="connsiteY8" fmla="*/ 2209238 h 4463002"/>
              <a:gd name="connsiteX9" fmla="*/ 0 w 12192000"/>
              <a:gd name="connsiteY9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0 w 12192000"/>
              <a:gd name="connsiteY7" fmla="*/ 2209238 h 4463002"/>
              <a:gd name="connsiteX8" fmla="*/ 0 w 12192000"/>
              <a:gd name="connsiteY8" fmla="*/ 0 h 446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463002">
                <a:moveTo>
                  <a:pt x="0" y="0"/>
                </a:moveTo>
                <a:lnTo>
                  <a:pt x="12192000" y="0"/>
                </a:lnTo>
                <a:lnTo>
                  <a:pt x="12192000" y="4463002"/>
                </a:lnTo>
                <a:cubicBezTo>
                  <a:pt x="12191459" y="4451584"/>
                  <a:pt x="12190919" y="4440167"/>
                  <a:pt x="12190378" y="4428749"/>
                </a:cubicBezTo>
                <a:cubicBezTo>
                  <a:pt x="12079768" y="3266647"/>
                  <a:pt x="11158638" y="2340865"/>
                  <a:pt x="9998648" y="2223060"/>
                </a:cubicBezTo>
                <a:lnTo>
                  <a:pt x="9764803" y="2211252"/>
                </a:lnTo>
                <a:lnTo>
                  <a:pt x="9764803" y="2210393"/>
                </a:lnTo>
                <a:lnTo>
                  <a:pt x="0" y="22092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5F9CDC83-34B8-4E32-84EC-92854CEE4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3537"/>
            <a:ext cx="12192000" cy="4463002"/>
          </a:xfrm>
          <a:custGeom>
            <a:avLst/>
            <a:gdLst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6051190 w 12192000"/>
              <a:gd name="connsiteY11" fmla="*/ 2210393 h 4463002"/>
              <a:gd name="connsiteX12" fmla="*/ 5343524 w 12192000"/>
              <a:gd name="connsiteY12" fmla="*/ 2210393 h 4463002"/>
              <a:gd name="connsiteX13" fmla="*/ 5343524 w 12192000"/>
              <a:gd name="connsiteY13" fmla="*/ 2209238 h 4463002"/>
              <a:gd name="connsiteX14" fmla="*/ 0 w 12192000"/>
              <a:gd name="connsiteY14" fmla="*/ 2209238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5343524 w 12192000"/>
              <a:gd name="connsiteY11" fmla="*/ 2210393 h 4463002"/>
              <a:gd name="connsiteX12" fmla="*/ 5343524 w 12192000"/>
              <a:gd name="connsiteY12" fmla="*/ 2209238 h 4463002"/>
              <a:gd name="connsiteX13" fmla="*/ 0 w 12192000"/>
              <a:gd name="connsiteY13" fmla="*/ 2209238 h 4463002"/>
              <a:gd name="connsiteX14" fmla="*/ 0 w 12192000"/>
              <a:gd name="connsiteY14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5343524 w 12192000"/>
              <a:gd name="connsiteY10" fmla="*/ 2210393 h 4463002"/>
              <a:gd name="connsiteX11" fmla="*/ 5343524 w 12192000"/>
              <a:gd name="connsiteY11" fmla="*/ 2209238 h 4463002"/>
              <a:gd name="connsiteX12" fmla="*/ 0 w 12192000"/>
              <a:gd name="connsiteY12" fmla="*/ 2209238 h 4463002"/>
              <a:gd name="connsiteX13" fmla="*/ 0 w 12192000"/>
              <a:gd name="connsiteY13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5343524 w 12192000"/>
              <a:gd name="connsiteY9" fmla="*/ 2210393 h 4463002"/>
              <a:gd name="connsiteX10" fmla="*/ 5343524 w 12192000"/>
              <a:gd name="connsiteY10" fmla="*/ 2209238 h 4463002"/>
              <a:gd name="connsiteX11" fmla="*/ 0 w 12192000"/>
              <a:gd name="connsiteY11" fmla="*/ 2209238 h 4463002"/>
              <a:gd name="connsiteX12" fmla="*/ 0 w 12192000"/>
              <a:gd name="connsiteY12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5343524 w 12192000"/>
              <a:gd name="connsiteY9" fmla="*/ 2209238 h 4463002"/>
              <a:gd name="connsiteX10" fmla="*/ 0 w 12192000"/>
              <a:gd name="connsiteY10" fmla="*/ 2209238 h 4463002"/>
              <a:gd name="connsiteX11" fmla="*/ 0 w 12192000"/>
              <a:gd name="connsiteY11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0 w 12192000"/>
              <a:gd name="connsiteY9" fmla="*/ 2209238 h 4463002"/>
              <a:gd name="connsiteX10" fmla="*/ 0 w 12192000"/>
              <a:gd name="connsiteY10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0 w 12192000"/>
              <a:gd name="connsiteY8" fmla="*/ 2209238 h 4463002"/>
              <a:gd name="connsiteX9" fmla="*/ 0 w 12192000"/>
              <a:gd name="connsiteY9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0 w 12192000"/>
              <a:gd name="connsiteY7" fmla="*/ 2209238 h 4463002"/>
              <a:gd name="connsiteX8" fmla="*/ 0 w 12192000"/>
              <a:gd name="connsiteY8" fmla="*/ 0 h 446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463002">
                <a:moveTo>
                  <a:pt x="0" y="0"/>
                </a:moveTo>
                <a:lnTo>
                  <a:pt x="12192000" y="0"/>
                </a:lnTo>
                <a:lnTo>
                  <a:pt x="12192000" y="4463002"/>
                </a:lnTo>
                <a:cubicBezTo>
                  <a:pt x="12191459" y="4451584"/>
                  <a:pt x="12190919" y="4440167"/>
                  <a:pt x="12190378" y="4428749"/>
                </a:cubicBezTo>
                <a:cubicBezTo>
                  <a:pt x="12079768" y="3266647"/>
                  <a:pt x="11158638" y="2340865"/>
                  <a:pt x="9998648" y="2223060"/>
                </a:cubicBezTo>
                <a:lnTo>
                  <a:pt x="9764803" y="2211252"/>
                </a:lnTo>
                <a:lnTo>
                  <a:pt x="9764803" y="2210393"/>
                </a:lnTo>
                <a:lnTo>
                  <a:pt x="0" y="22092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21E215A6-E6FC-4D5A-9881-E87CC750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"/>
            <a:ext cx="9432315" cy="2198972"/>
          </a:xfrm>
          <a:custGeom>
            <a:avLst/>
            <a:gdLst>
              <a:gd name="connsiteX0" fmla="*/ 0 w 10240035"/>
              <a:gd name="connsiteY0" fmla="*/ 0 h 2198971"/>
              <a:gd name="connsiteX1" fmla="*/ 10240035 w 10240035"/>
              <a:gd name="connsiteY1" fmla="*/ 0 h 2198971"/>
              <a:gd name="connsiteX2" fmla="*/ 10240035 w 10240035"/>
              <a:gd name="connsiteY2" fmla="*/ 0 h 2198971"/>
              <a:gd name="connsiteX3" fmla="*/ 10240035 w 10240035"/>
              <a:gd name="connsiteY3" fmla="*/ 1099486 h 2198971"/>
              <a:gd name="connsiteX4" fmla="*/ 9140549 w 10240035"/>
              <a:gd name="connsiteY4" fmla="*/ 2198972 h 2198971"/>
              <a:gd name="connsiteX5" fmla="*/ 1099486 w 10240035"/>
              <a:gd name="connsiteY5" fmla="*/ 2198971 h 2198971"/>
              <a:gd name="connsiteX6" fmla="*/ 0 w 10240035"/>
              <a:gd name="connsiteY6" fmla="*/ 1099485 h 2198971"/>
              <a:gd name="connsiteX7" fmla="*/ 0 w 10240035"/>
              <a:gd name="connsiteY7" fmla="*/ 0 h 2198971"/>
              <a:gd name="connsiteX8" fmla="*/ 0 w 10240035"/>
              <a:gd name="connsiteY8" fmla="*/ 0 h 2198971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914054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914054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889670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869858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831758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9371355 w 10240035"/>
              <a:gd name="connsiteY2" fmla="*/ 15240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9371355 w 10240035"/>
              <a:gd name="connsiteY2" fmla="*/ 15240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9371355 w 10240035"/>
              <a:gd name="connsiteY2" fmla="*/ 15240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661291"/>
              <a:gd name="connsiteY0" fmla="*/ 0 h 2198972"/>
              <a:gd name="connsiteX1" fmla="*/ 10240035 w 10661291"/>
              <a:gd name="connsiteY1" fmla="*/ 0 h 2198972"/>
              <a:gd name="connsiteX2" fmla="*/ 7951829 w 10661291"/>
              <a:gd name="connsiteY2" fmla="*/ 2198972 h 2198972"/>
              <a:gd name="connsiteX3" fmla="*/ 1099486 w 10661291"/>
              <a:gd name="connsiteY3" fmla="*/ 2198971 h 2198972"/>
              <a:gd name="connsiteX4" fmla="*/ 0 w 10661291"/>
              <a:gd name="connsiteY4" fmla="*/ 1099485 h 2198972"/>
              <a:gd name="connsiteX5" fmla="*/ 0 w 10661291"/>
              <a:gd name="connsiteY5" fmla="*/ 0 h 2198972"/>
              <a:gd name="connsiteX6" fmla="*/ 0 w 10661291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0 h 2198972"/>
              <a:gd name="connsiteX5" fmla="*/ 0 w 10240035"/>
              <a:gd name="connsiteY5" fmla="*/ 0 h 2198972"/>
              <a:gd name="connsiteX0" fmla="*/ 80772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0 h 2198972"/>
              <a:gd name="connsiteX5" fmla="*/ 807720 w 10240035"/>
              <a:gd name="connsiteY5" fmla="*/ 0 h 2198972"/>
              <a:gd name="connsiteX0" fmla="*/ 900020 w 10332335"/>
              <a:gd name="connsiteY0" fmla="*/ 0 h 2198972"/>
              <a:gd name="connsiteX1" fmla="*/ 10332335 w 10332335"/>
              <a:gd name="connsiteY1" fmla="*/ 0 h 2198972"/>
              <a:gd name="connsiteX2" fmla="*/ 8044129 w 10332335"/>
              <a:gd name="connsiteY2" fmla="*/ 2198972 h 2198972"/>
              <a:gd name="connsiteX3" fmla="*/ 1191786 w 10332335"/>
              <a:gd name="connsiteY3" fmla="*/ 2198971 h 2198972"/>
              <a:gd name="connsiteX4" fmla="*/ 900020 w 10332335"/>
              <a:gd name="connsiteY4" fmla="*/ 0 h 2198972"/>
              <a:gd name="connsiteX0" fmla="*/ 325154 w 9757469"/>
              <a:gd name="connsiteY0" fmla="*/ 0 h 2198972"/>
              <a:gd name="connsiteX1" fmla="*/ 9757469 w 9757469"/>
              <a:gd name="connsiteY1" fmla="*/ 0 h 2198972"/>
              <a:gd name="connsiteX2" fmla="*/ 7469263 w 9757469"/>
              <a:gd name="connsiteY2" fmla="*/ 2198972 h 2198972"/>
              <a:gd name="connsiteX3" fmla="*/ 616920 w 9757469"/>
              <a:gd name="connsiteY3" fmla="*/ 2198971 h 2198972"/>
              <a:gd name="connsiteX4" fmla="*/ 325154 w 9757469"/>
              <a:gd name="connsiteY4" fmla="*/ 0 h 2198972"/>
              <a:gd name="connsiteX0" fmla="*/ 0 w 9432315"/>
              <a:gd name="connsiteY0" fmla="*/ 0 h 2198972"/>
              <a:gd name="connsiteX1" fmla="*/ 9432315 w 9432315"/>
              <a:gd name="connsiteY1" fmla="*/ 0 h 2198972"/>
              <a:gd name="connsiteX2" fmla="*/ 7144109 w 9432315"/>
              <a:gd name="connsiteY2" fmla="*/ 2198972 h 2198972"/>
              <a:gd name="connsiteX3" fmla="*/ 291766 w 9432315"/>
              <a:gd name="connsiteY3" fmla="*/ 2198971 h 2198972"/>
              <a:gd name="connsiteX4" fmla="*/ 0 w 9432315"/>
              <a:gd name="connsiteY4" fmla="*/ 0 h 2198972"/>
              <a:gd name="connsiteX0" fmla="*/ 69347 w 9501662"/>
              <a:gd name="connsiteY0" fmla="*/ 0 h 2198972"/>
              <a:gd name="connsiteX1" fmla="*/ 9501662 w 9501662"/>
              <a:gd name="connsiteY1" fmla="*/ 0 h 2198972"/>
              <a:gd name="connsiteX2" fmla="*/ 7213456 w 9501662"/>
              <a:gd name="connsiteY2" fmla="*/ 2198972 h 2198972"/>
              <a:gd name="connsiteX3" fmla="*/ 86793 w 9501662"/>
              <a:gd name="connsiteY3" fmla="*/ 2198971 h 2198972"/>
              <a:gd name="connsiteX4" fmla="*/ 69347 w 9501662"/>
              <a:gd name="connsiteY4" fmla="*/ 0 h 2198972"/>
              <a:gd name="connsiteX0" fmla="*/ 0 w 9432315"/>
              <a:gd name="connsiteY0" fmla="*/ 0 h 2198972"/>
              <a:gd name="connsiteX1" fmla="*/ 9432315 w 9432315"/>
              <a:gd name="connsiteY1" fmla="*/ 0 h 2198972"/>
              <a:gd name="connsiteX2" fmla="*/ 7144109 w 9432315"/>
              <a:gd name="connsiteY2" fmla="*/ 2198972 h 2198972"/>
              <a:gd name="connsiteX3" fmla="*/ 17446 w 9432315"/>
              <a:gd name="connsiteY3" fmla="*/ 2198971 h 2198972"/>
              <a:gd name="connsiteX4" fmla="*/ 0 w 9432315"/>
              <a:gd name="connsiteY4" fmla="*/ 0 h 219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32315" h="2198972">
                <a:moveTo>
                  <a:pt x="0" y="0"/>
                </a:moveTo>
                <a:lnTo>
                  <a:pt x="9432315" y="0"/>
                </a:lnTo>
                <a:cubicBezTo>
                  <a:pt x="9248860" y="1235175"/>
                  <a:pt x="8210334" y="2137277"/>
                  <a:pt x="7144109" y="2198972"/>
                </a:cubicBezTo>
                <a:lnTo>
                  <a:pt x="17446" y="2198971"/>
                </a:lnTo>
                <a:cubicBezTo>
                  <a:pt x="30721" y="1146676"/>
                  <a:pt x="575" y="838935"/>
                  <a:pt x="0" y="0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</p:spPr>
        <p:txBody>
          <a:bodyPr rtlCol="0"/>
          <a:lstStyle>
            <a:lvl1pPr marL="548640">
              <a:lnSpc>
                <a:spcPct val="100000"/>
              </a:lnSpc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>
                <a:solidFill>
                  <a:srgbClr val="FFFFFF"/>
                </a:solidFill>
              </a:rPr>
              <a:t>Образец заголовка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704EC18E-B48D-4AD7-A5B5-3D57255D1A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6483" y="0"/>
            <a:ext cx="2773332" cy="2202508"/>
          </a:xfrm>
          <a:custGeom>
            <a:avLst/>
            <a:gdLst>
              <a:gd name="connsiteX0" fmla="*/ 0 w 2773332"/>
              <a:gd name="connsiteY0" fmla="*/ 0 h 2202508"/>
              <a:gd name="connsiteX1" fmla="*/ 2773332 w 2773332"/>
              <a:gd name="connsiteY1" fmla="*/ 0 h 2202508"/>
              <a:gd name="connsiteX2" fmla="*/ 2773332 w 2773332"/>
              <a:gd name="connsiteY2" fmla="*/ 2202508 h 2202508"/>
              <a:gd name="connsiteX3" fmla="*/ 0 w 2773332"/>
              <a:gd name="connsiteY3" fmla="*/ 2202508 h 2202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32" h="2202508">
                <a:moveTo>
                  <a:pt x="0" y="0"/>
                </a:moveTo>
                <a:lnTo>
                  <a:pt x="2773332" y="0"/>
                </a:lnTo>
                <a:lnTo>
                  <a:pt x="2773332" y="2202508"/>
                </a:lnTo>
                <a:lnTo>
                  <a:pt x="0" y="2202508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FAE5A08C-2BA6-4754-806E-3BEAE8D2E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6484" y="2202508"/>
            <a:ext cx="2773332" cy="2327746"/>
          </a:xfrm>
          <a:custGeom>
            <a:avLst/>
            <a:gdLst>
              <a:gd name="connsiteX0" fmla="*/ 0 w 2773332"/>
              <a:gd name="connsiteY0" fmla="*/ 0 h 2327746"/>
              <a:gd name="connsiteX1" fmla="*/ 2773332 w 2773332"/>
              <a:gd name="connsiteY1" fmla="*/ 0 h 2327746"/>
              <a:gd name="connsiteX2" fmla="*/ 2773332 w 2773332"/>
              <a:gd name="connsiteY2" fmla="*/ 2327746 h 2327746"/>
              <a:gd name="connsiteX3" fmla="*/ 0 w 2773332"/>
              <a:gd name="connsiteY3" fmla="*/ 2327746 h 2327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32" h="2327746">
                <a:moveTo>
                  <a:pt x="0" y="0"/>
                </a:moveTo>
                <a:lnTo>
                  <a:pt x="2773332" y="0"/>
                </a:lnTo>
                <a:lnTo>
                  <a:pt x="2773332" y="2327746"/>
                </a:lnTo>
                <a:lnTo>
                  <a:pt x="0" y="232774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BBE1FA0E-416C-4623-840A-A04A5237BC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6484" y="4530254"/>
            <a:ext cx="2773332" cy="2327746"/>
          </a:xfrm>
          <a:custGeom>
            <a:avLst/>
            <a:gdLst>
              <a:gd name="connsiteX0" fmla="*/ 0 w 2773332"/>
              <a:gd name="connsiteY0" fmla="*/ 0 h 2327746"/>
              <a:gd name="connsiteX1" fmla="*/ 2773332 w 2773332"/>
              <a:gd name="connsiteY1" fmla="*/ 0 h 2327746"/>
              <a:gd name="connsiteX2" fmla="*/ 2773332 w 2773332"/>
              <a:gd name="connsiteY2" fmla="*/ 2327746 h 2327746"/>
              <a:gd name="connsiteX3" fmla="*/ 0 w 2773332"/>
              <a:gd name="connsiteY3" fmla="*/ 2327746 h 2327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32" h="2327746">
                <a:moveTo>
                  <a:pt x="0" y="0"/>
                </a:moveTo>
                <a:lnTo>
                  <a:pt x="2773332" y="0"/>
                </a:lnTo>
                <a:lnTo>
                  <a:pt x="2773332" y="2327746"/>
                </a:lnTo>
                <a:lnTo>
                  <a:pt x="0" y="2327746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03BD1FF0-3229-401F-AEC3-09AE70428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0" y="2794177"/>
            <a:ext cx="7476460" cy="3382786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052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азрыв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C755B30B-7677-4AAC-9890-81A7EFF6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6E5F686-1654-4CE7-8DA0-0D626B36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AA6281C-6C47-45BE-9BDA-1518A016E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685798"/>
            <a:ext cx="4770783" cy="3217461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l" rtl="0"/>
            <a:r>
              <a:rPr lang="ru-RU">
                <a:solidFill>
                  <a:srgbClr val="FFFFFF"/>
                </a:solidFill>
              </a:rPr>
              <a:t>Образец заголовка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AC1FE5B8-D695-49EA-BEA4-B9282CC4EF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57901" y="1"/>
            <a:ext cx="6134099" cy="6857999"/>
          </a:xfrm>
          <a:custGeom>
            <a:avLst/>
            <a:gdLst>
              <a:gd name="connsiteX0" fmla="*/ 2378699 w 6134099"/>
              <a:gd name="connsiteY0" fmla="*/ 0 h 6857999"/>
              <a:gd name="connsiteX1" fmla="*/ 6134099 w 6134099"/>
              <a:gd name="connsiteY1" fmla="*/ 0 h 6857999"/>
              <a:gd name="connsiteX2" fmla="*/ 6134099 w 6134099"/>
              <a:gd name="connsiteY2" fmla="*/ 6857999 h 6857999"/>
              <a:gd name="connsiteX3" fmla="*/ 2401766 w 6134099"/>
              <a:gd name="connsiteY3" fmla="*/ 6857999 h 6857999"/>
              <a:gd name="connsiteX4" fmla="*/ 2397402 w 6134099"/>
              <a:gd name="connsiteY4" fmla="*/ 6856523 h 6857999"/>
              <a:gd name="connsiteX5" fmla="*/ 0 w 6134099"/>
              <a:gd name="connsiteY5" fmla="*/ 3424574 h 6857999"/>
              <a:gd name="connsiteX6" fmla="*/ 2231484 w 6134099"/>
              <a:gd name="connsiteY6" fmla="*/ 580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34099" h="6857999">
                <a:moveTo>
                  <a:pt x="2378699" y="0"/>
                </a:moveTo>
                <a:lnTo>
                  <a:pt x="6134099" y="0"/>
                </a:lnTo>
                <a:lnTo>
                  <a:pt x="6134099" y="6857999"/>
                </a:lnTo>
                <a:lnTo>
                  <a:pt x="2401766" y="6857999"/>
                </a:lnTo>
                <a:lnTo>
                  <a:pt x="2397402" y="6856523"/>
                </a:lnTo>
                <a:cubicBezTo>
                  <a:pt x="998410" y="6344283"/>
                  <a:pt x="0" y="5001024"/>
                  <a:pt x="0" y="3424574"/>
                </a:cubicBezTo>
                <a:cubicBezTo>
                  <a:pt x="0" y="1911182"/>
                  <a:pt x="920134" y="612699"/>
                  <a:pt x="2231484" y="58045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tlCol="0" anchor="ctr">
            <a:noAutofit/>
          </a:bodyPr>
          <a:lstStyle>
            <a:lvl1pPr algn="ctr"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E24FC61A-6DA9-444C-9D55-2FE464BD5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27140"/>
            <a:ext cx="11576868" cy="2530860"/>
          </a:xfrm>
          <a:custGeom>
            <a:avLst/>
            <a:gdLst>
              <a:gd name="connsiteX0" fmla="*/ 0 w 11576868"/>
              <a:gd name="connsiteY0" fmla="*/ 0 h 2500380"/>
              <a:gd name="connsiteX1" fmla="*/ 10326678 w 11576868"/>
              <a:gd name="connsiteY1" fmla="*/ 0 h 2500380"/>
              <a:gd name="connsiteX2" fmla="*/ 11576868 w 11576868"/>
              <a:gd name="connsiteY2" fmla="*/ 1250190 h 2500380"/>
              <a:gd name="connsiteX3" fmla="*/ 11576868 w 11576868"/>
              <a:gd name="connsiteY3" fmla="*/ 2500380 h 2500380"/>
              <a:gd name="connsiteX4" fmla="*/ 0 w 11576868"/>
              <a:gd name="connsiteY4" fmla="*/ 2500380 h 2500380"/>
              <a:gd name="connsiteX5" fmla="*/ 0 w 11576868"/>
              <a:gd name="connsiteY5" fmla="*/ 0 h 2500380"/>
              <a:gd name="connsiteX0" fmla="*/ 0 w 12449160"/>
              <a:gd name="connsiteY0" fmla="*/ 0 h 2500380"/>
              <a:gd name="connsiteX1" fmla="*/ 10326678 w 12449160"/>
              <a:gd name="connsiteY1" fmla="*/ 0 h 2500380"/>
              <a:gd name="connsiteX2" fmla="*/ 11576868 w 12449160"/>
              <a:gd name="connsiteY2" fmla="*/ 2500380 h 2500380"/>
              <a:gd name="connsiteX3" fmla="*/ 0 w 12449160"/>
              <a:gd name="connsiteY3" fmla="*/ 2500380 h 2500380"/>
              <a:gd name="connsiteX4" fmla="*/ 0 w 12449160"/>
              <a:gd name="connsiteY4" fmla="*/ 0 h 2500380"/>
              <a:gd name="connsiteX0" fmla="*/ 0 w 11640738"/>
              <a:gd name="connsiteY0" fmla="*/ 0 h 2500380"/>
              <a:gd name="connsiteX1" fmla="*/ 10326678 w 11640738"/>
              <a:gd name="connsiteY1" fmla="*/ 0 h 2500380"/>
              <a:gd name="connsiteX2" fmla="*/ 11576868 w 11640738"/>
              <a:gd name="connsiteY2" fmla="*/ 2500380 h 2500380"/>
              <a:gd name="connsiteX3" fmla="*/ 0 w 11640738"/>
              <a:gd name="connsiteY3" fmla="*/ 2500380 h 2500380"/>
              <a:gd name="connsiteX4" fmla="*/ 0 w 11640738"/>
              <a:gd name="connsiteY4" fmla="*/ 0 h 2500380"/>
              <a:gd name="connsiteX0" fmla="*/ 0 w 11576868"/>
              <a:gd name="connsiteY0" fmla="*/ 0 h 2500380"/>
              <a:gd name="connsiteX1" fmla="*/ 1032667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973231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909223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881791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855883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10567 h 2510947"/>
              <a:gd name="connsiteX1" fmla="*/ 8558838 w 11576868"/>
              <a:gd name="connsiteY1" fmla="*/ 10567 h 2510947"/>
              <a:gd name="connsiteX2" fmla="*/ 11576868 w 11576868"/>
              <a:gd name="connsiteY2" fmla="*/ 2510947 h 2510947"/>
              <a:gd name="connsiteX3" fmla="*/ 0 w 11576868"/>
              <a:gd name="connsiteY3" fmla="*/ 2510947 h 2510947"/>
              <a:gd name="connsiteX4" fmla="*/ 0 w 11576868"/>
              <a:gd name="connsiteY4" fmla="*/ 10567 h 2510947"/>
              <a:gd name="connsiteX0" fmla="*/ 0 w 11576868"/>
              <a:gd name="connsiteY0" fmla="*/ 462 h 2500842"/>
              <a:gd name="connsiteX1" fmla="*/ 8558838 w 11576868"/>
              <a:gd name="connsiteY1" fmla="*/ 462 h 2500842"/>
              <a:gd name="connsiteX2" fmla="*/ 11576868 w 11576868"/>
              <a:gd name="connsiteY2" fmla="*/ 2500842 h 2500842"/>
              <a:gd name="connsiteX3" fmla="*/ 0 w 11576868"/>
              <a:gd name="connsiteY3" fmla="*/ 2500842 h 2500842"/>
              <a:gd name="connsiteX4" fmla="*/ 0 w 11576868"/>
              <a:gd name="connsiteY4" fmla="*/ 462 h 2500842"/>
              <a:gd name="connsiteX0" fmla="*/ 0 w 11576868"/>
              <a:gd name="connsiteY0" fmla="*/ 30928 h 2531308"/>
              <a:gd name="connsiteX1" fmla="*/ 8558838 w 11576868"/>
              <a:gd name="connsiteY1" fmla="*/ 448 h 2531308"/>
              <a:gd name="connsiteX2" fmla="*/ 11576868 w 11576868"/>
              <a:gd name="connsiteY2" fmla="*/ 2531308 h 2531308"/>
              <a:gd name="connsiteX3" fmla="*/ 0 w 11576868"/>
              <a:gd name="connsiteY3" fmla="*/ 2531308 h 2531308"/>
              <a:gd name="connsiteX4" fmla="*/ 0 w 11576868"/>
              <a:gd name="connsiteY4" fmla="*/ 30928 h 2531308"/>
              <a:gd name="connsiteX0" fmla="*/ 0 w 11576868"/>
              <a:gd name="connsiteY0" fmla="*/ 30480 h 2530860"/>
              <a:gd name="connsiteX1" fmla="*/ 8558838 w 11576868"/>
              <a:gd name="connsiteY1" fmla="*/ 0 h 2530860"/>
              <a:gd name="connsiteX2" fmla="*/ 11576868 w 11576868"/>
              <a:gd name="connsiteY2" fmla="*/ 2530860 h 2530860"/>
              <a:gd name="connsiteX3" fmla="*/ 0 w 11576868"/>
              <a:gd name="connsiteY3" fmla="*/ 2530860 h 2530860"/>
              <a:gd name="connsiteX4" fmla="*/ 0 w 11576868"/>
              <a:gd name="connsiteY4" fmla="*/ 30480 h 2530860"/>
              <a:gd name="connsiteX0" fmla="*/ 0 w 11576868"/>
              <a:gd name="connsiteY0" fmla="*/ 30480 h 2530860"/>
              <a:gd name="connsiteX1" fmla="*/ 8558838 w 11576868"/>
              <a:gd name="connsiteY1" fmla="*/ 0 h 2530860"/>
              <a:gd name="connsiteX2" fmla="*/ 11576868 w 11576868"/>
              <a:gd name="connsiteY2" fmla="*/ 2530860 h 2530860"/>
              <a:gd name="connsiteX3" fmla="*/ 0 w 11576868"/>
              <a:gd name="connsiteY3" fmla="*/ 2530860 h 2530860"/>
              <a:gd name="connsiteX4" fmla="*/ 0 w 11576868"/>
              <a:gd name="connsiteY4" fmla="*/ 30480 h 253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76868" h="2530860">
                <a:moveTo>
                  <a:pt x="0" y="30480"/>
                </a:moveTo>
                <a:lnTo>
                  <a:pt x="8558838" y="0"/>
                </a:lnTo>
                <a:cubicBezTo>
                  <a:pt x="10335916" y="20490"/>
                  <a:pt x="11453941" y="1016850"/>
                  <a:pt x="11576868" y="2530860"/>
                </a:cubicBezTo>
                <a:lnTo>
                  <a:pt x="0" y="2530860"/>
                </a:lnTo>
                <a:lnTo>
                  <a:pt x="0" y="3048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</p:spPr>
        <p:txBody>
          <a:bodyPr rtlCol="0" anchor="t"/>
          <a:lstStyle>
            <a:lvl1pPr marL="914400" indent="0">
              <a:lnSpc>
                <a:spcPct val="400000"/>
              </a:lnSpc>
              <a:buNone/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>
                <a:solidFill>
                  <a:srgbClr val="FFFFFF"/>
                </a:solidFill>
              </a:rPr>
              <a:t>Образец подзаголовка</a:t>
            </a:r>
            <a:endParaRPr lang="ru-R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901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Временная шкала таблицы диаграмм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448056"/>
            <a:ext cx="9914859" cy="1329004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7376"/>
            <a:ext cx="3775914" cy="365125"/>
          </a:xfrm>
        </p:spPr>
        <p:txBody>
          <a:bodyPr rtlCol="0"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 rtlCol="0"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954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Временная шкала таблицы диаграмм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448056"/>
            <a:ext cx="9914859" cy="1329004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825625"/>
            <a:ext cx="10500360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7376"/>
            <a:ext cx="3775914" cy="365125"/>
          </a:xfrm>
        </p:spPr>
        <p:txBody>
          <a:bodyPr rtlCol="0"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 rtlCol="0"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463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Цитат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9F47EA1B-2641-431A-B894-4A66FC5A0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246663" y="-1789711"/>
            <a:ext cx="3354778" cy="6934200"/>
          </a:xfrm>
          <a:custGeom>
            <a:avLst/>
            <a:gdLst>
              <a:gd name="connsiteX0" fmla="*/ 2352312 w 2353172"/>
              <a:gd name="connsiteY0" fmla="*/ 0 h 4863918"/>
              <a:gd name="connsiteX1" fmla="*/ 2353172 w 2353172"/>
              <a:gd name="connsiteY1" fmla="*/ 0 h 4863918"/>
              <a:gd name="connsiteX2" fmla="*/ 2353172 w 2353172"/>
              <a:gd name="connsiteY2" fmla="*/ 4863918 h 4863918"/>
              <a:gd name="connsiteX3" fmla="*/ 2352312 w 2353172"/>
              <a:gd name="connsiteY3" fmla="*/ 4863918 h 4863918"/>
              <a:gd name="connsiteX4" fmla="*/ 2340504 w 2353172"/>
              <a:gd name="connsiteY4" fmla="*/ 4630072 h 4863918"/>
              <a:gd name="connsiteX5" fmla="*/ 134816 w 2353172"/>
              <a:gd name="connsiteY5" fmla="*/ 2438342 h 4863918"/>
              <a:gd name="connsiteX6" fmla="*/ 0 w 2353172"/>
              <a:gd name="connsiteY6" fmla="*/ 2431959 h 4863918"/>
              <a:gd name="connsiteX7" fmla="*/ 134816 w 2353172"/>
              <a:gd name="connsiteY7" fmla="*/ 2425576 h 4863918"/>
              <a:gd name="connsiteX8" fmla="*/ 2340504 w 2353172"/>
              <a:gd name="connsiteY8" fmla="*/ 233845 h 486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3172" h="4863918">
                <a:moveTo>
                  <a:pt x="2352312" y="0"/>
                </a:moveTo>
                <a:lnTo>
                  <a:pt x="2353172" y="0"/>
                </a:lnTo>
                <a:lnTo>
                  <a:pt x="2353172" y="4863918"/>
                </a:lnTo>
                <a:lnTo>
                  <a:pt x="2352312" y="4863918"/>
                </a:lnTo>
                <a:lnTo>
                  <a:pt x="2340504" y="4630072"/>
                </a:lnTo>
                <a:cubicBezTo>
                  <a:pt x="2222700" y="3470082"/>
                  <a:pt x="1296917" y="2548952"/>
                  <a:pt x="134816" y="2438342"/>
                </a:cubicBezTo>
                <a:lnTo>
                  <a:pt x="0" y="2431959"/>
                </a:lnTo>
                <a:lnTo>
                  <a:pt x="134816" y="2425576"/>
                </a:lnTo>
                <a:cubicBezTo>
                  <a:pt x="1296917" y="2314966"/>
                  <a:pt x="2222700" y="1393835"/>
                  <a:pt x="2340504" y="2338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21A2820-A76E-454D-9A0E-F8F7B2136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7" y="919717"/>
            <a:ext cx="5761074" cy="3423684"/>
          </a:xfrm>
        </p:spPr>
        <p:txBody>
          <a:bodyPr rtlCol="0"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>
                <a:solidFill>
                  <a:srgbClr val="FFFFFF"/>
                </a:solidFill>
              </a:rPr>
              <a:t>Образец заголовка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0ED9A69A-6A32-4722-924D-7FEFEA919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7" y="4795284"/>
            <a:ext cx="4846674" cy="1084522"/>
          </a:xfrm>
        </p:spPr>
        <p:txBody>
          <a:bodyPr rtlCol="0"/>
          <a:lstStyle>
            <a:lvl1pPr>
              <a:buNone/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>
                <a:solidFill>
                  <a:srgbClr val="FFFFFF"/>
                </a:solidFill>
              </a:rPr>
              <a:t>Образец подзаголовка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F1587820-C6FA-402E-9F8D-2DAE5BF95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513861" y="3447061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2728" y="6434560"/>
            <a:ext cx="3428012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31E70801-1BA4-4276-9934-E418115C03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4800" y="1"/>
            <a:ext cx="4267200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rtlCol="0" anchor="ctr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27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Команда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BCA75F14-4851-4FA1-AF45-240D9124B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14" name="Полилиния: Фигура 13">
            <a:extLst>
              <a:ext uri="{FF2B5EF4-FFF2-40B4-BE49-F238E27FC236}">
                <a16:creationId xmlns:a16="http://schemas.microsoft.com/office/drawing/2014/main" id="{9AE08278-E6C4-4B25-8343-43C881C00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44850" y="1"/>
            <a:ext cx="2347151" cy="4454343"/>
          </a:xfrm>
          <a:custGeom>
            <a:avLst/>
            <a:gdLst>
              <a:gd name="connsiteX0" fmla="*/ 2329738 w 2347151"/>
              <a:gd name="connsiteY0" fmla="*/ 0 h 4454343"/>
              <a:gd name="connsiteX1" fmla="*/ 2347151 w 2347151"/>
              <a:gd name="connsiteY1" fmla="*/ 0 h 4454343"/>
              <a:gd name="connsiteX2" fmla="*/ 2347151 w 2347151"/>
              <a:gd name="connsiteY2" fmla="*/ 4454343 h 4454343"/>
              <a:gd name="connsiteX3" fmla="*/ 2340504 w 2347151"/>
              <a:gd name="connsiteY3" fmla="*/ 4322705 h 4454343"/>
              <a:gd name="connsiteX4" fmla="*/ 134816 w 2347151"/>
              <a:gd name="connsiteY4" fmla="*/ 2130974 h 4454343"/>
              <a:gd name="connsiteX5" fmla="*/ 0 w 2347151"/>
              <a:gd name="connsiteY5" fmla="*/ 2124591 h 4454343"/>
              <a:gd name="connsiteX6" fmla="*/ 134816 w 2347151"/>
              <a:gd name="connsiteY6" fmla="*/ 2118208 h 4454343"/>
              <a:gd name="connsiteX7" fmla="*/ 2309087 w 2347151"/>
              <a:gd name="connsiteY7" fmla="*/ 141037 h 44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7151" h="4454343">
                <a:moveTo>
                  <a:pt x="2329738" y="0"/>
                </a:moveTo>
                <a:lnTo>
                  <a:pt x="2347151" y="0"/>
                </a:lnTo>
                <a:lnTo>
                  <a:pt x="2347151" y="4454343"/>
                </a:lnTo>
                <a:lnTo>
                  <a:pt x="2340504" y="4322705"/>
                </a:lnTo>
                <a:cubicBezTo>
                  <a:pt x="2222700" y="3162715"/>
                  <a:pt x="1296917" y="2241584"/>
                  <a:pt x="134816" y="2130974"/>
                </a:cubicBezTo>
                <a:lnTo>
                  <a:pt x="0" y="2124591"/>
                </a:lnTo>
                <a:lnTo>
                  <a:pt x="134816" y="2118208"/>
                </a:lnTo>
                <a:cubicBezTo>
                  <a:pt x="1224286" y="2014511"/>
                  <a:pt x="2106054" y="1198443"/>
                  <a:pt x="2309087" y="141037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dirty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20CC2109-6984-401D-BF1D-B4F0C35B0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44850" y="-770"/>
            <a:ext cx="2347151" cy="4454343"/>
          </a:xfrm>
          <a:custGeom>
            <a:avLst/>
            <a:gdLst>
              <a:gd name="connsiteX0" fmla="*/ 2329738 w 2347151"/>
              <a:gd name="connsiteY0" fmla="*/ 0 h 4454343"/>
              <a:gd name="connsiteX1" fmla="*/ 2347151 w 2347151"/>
              <a:gd name="connsiteY1" fmla="*/ 0 h 4454343"/>
              <a:gd name="connsiteX2" fmla="*/ 2347151 w 2347151"/>
              <a:gd name="connsiteY2" fmla="*/ 4454343 h 4454343"/>
              <a:gd name="connsiteX3" fmla="*/ 2340504 w 2347151"/>
              <a:gd name="connsiteY3" fmla="*/ 4322705 h 4454343"/>
              <a:gd name="connsiteX4" fmla="*/ 134816 w 2347151"/>
              <a:gd name="connsiteY4" fmla="*/ 2130974 h 4454343"/>
              <a:gd name="connsiteX5" fmla="*/ 0 w 2347151"/>
              <a:gd name="connsiteY5" fmla="*/ 2124591 h 4454343"/>
              <a:gd name="connsiteX6" fmla="*/ 134816 w 2347151"/>
              <a:gd name="connsiteY6" fmla="*/ 2118208 h 4454343"/>
              <a:gd name="connsiteX7" fmla="*/ 2309087 w 2347151"/>
              <a:gd name="connsiteY7" fmla="*/ 141037 h 44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7151" h="4454343">
                <a:moveTo>
                  <a:pt x="2329738" y="0"/>
                </a:moveTo>
                <a:lnTo>
                  <a:pt x="2347151" y="0"/>
                </a:lnTo>
                <a:lnTo>
                  <a:pt x="2347151" y="4454343"/>
                </a:lnTo>
                <a:lnTo>
                  <a:pt x="2340504" y="4322705"/>
                </a:lnTo>
                <a:cubicBezTo>
                  <a:pt x="2222700" y="3162715"/>
                  <a:pt x="1296917" y="2241584"/>
                  <a:pt x="134816" y="2130974"/>
                </a:cubicBezTo>
                <a:lnTo>
                  <a:pt x="0" y="2124591"/>
                </a:lnTo>
                <a:lnTo>
                  <a:pt x="134816" y="2118208"/>
                </a:lnTo>
                <a:cubicBezTo>
                  <a:pt x="1224286" y="2014511"/>
                  <a:pt x="2106054" y="1198443"/>
                  <a:pt x="2309087" y="14103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4510ECF1-6DD2-4E35-8398-66D76389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159"/>
            <a:ext cx="12191999" cy="2128731"/>
          </a:xfrm>
          <a:custGeom>
            <a:avLst/>
            <a:gdLst>
              <a:gd name="connsiteX0" fmla="*/ 0 w 12191999"/>
              <a:gd name="connsiteY0" fmla="*/ 0 h 2123863"/>
              <a:gd name="connsiteX1" fmla="*/ 12191999 w 12191999"/>
              <a:gd name="connsiteY1" fmla="*/ 0 h 2123863"/>
              <a:gd name="connsiteX2" fmla="*/ 12191999 w 12191999"/>
              <a:gd name="connsiteY2" fmla="*/ 0 h 2123863"/>
              <a:gd name="connsiteX3" fmla="*/ 12191999 w 12191999"/>
              <a:gd name="connsiteY3" fmla="*/ 1061932 h 2123863"/>
              <a:gd name="connsiteX4" fmla="*/ 11130067 w 12191999"/>
              <a:gd name="connsiteY4" fmla="*/ 2123864 h 2123863"/>
              <a:gd name="connsiteX5" fmla="*/ 1061932 w 12191999"/>
              <a:gd name="connsiteY5" fmla="*/ 2123863 h 2123863"/>
              <a:gd name="connsiteX6" fmla="*/ 0 w 12191999"/>
              <a:gd name="connsiteY6" fmla="*/ 1061931 h 2123863"/>
              <a:gd name="connsiteX7" fmla="*/ 0 w 12191999"/>
              <a:gd name="connsiteY7" fmla="*/ 0 h 2123863"/>
              <a:gd name="connsiteX8" fmla="*/ 0 w 12191999"/>
              <a:gd name="connsiteY8" fmla="*/ 0 h 2123863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2191999 w 12191999"/>
              <a:gd name="connsiteY2" fmla="*/ 0 h 2123864"/>
              <a:gd name="connsiteX3" fmla="*/ 1113006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3"/>
              <a:gd name="connsiteX1" fmla="*/ 12191999 w 12191999"/>
              <a:gd name="connsiteY1" fmla="*/ 0 h 2123863"/>
              <a:gd name="connsiteX2" fmla="*/ 12191999 w 12191999"/>
              <a:gd name="connsiteY2" fmla="*/ 0 h 2123863"/>
              <a:gd name="connsiteX3" fmla="*/ 10261387 w 12191999"/>
              <a:gd name="connsiteY3" fmla="*/ 2108624 h 2123863"/>
              <a:gd name="connsiteX4" fmla="*/ 1061932 w 12191999"/>
              <a:gd name="connsiteY4" fmla="*/ 2123863 h 2123863"/>
              <a:gd name="connsiteX5" fmla="*/ 0 w 12191999"/>
              <a:gd name="connsiteY5" fmla="*/ 1061931 h 2123863"/>
              <a:gd name="connsiteX6" fmla="*/ 0 w 12191999"/>
              <a:gd name="connsiteY6" fmla="*/ 0 h 2123863"/>
              <a:gd name="connsiteX7" fmla="*/ 0 w 12191999"/>
              <a:gd name="connsiteY7" fmla="*/ 0 h 2123863"/>
              <a:gd name="connsiteX0" fmla="*/ 0 w 12191999"/>
              <a:gd name="connsiteY0" fmla="*/ 0 h 2123863"/>
              <a:gd name="connsiteX1" fmla="*/ 12191999 w 12191999"/>
              <a:gd name="connsiteY1" fmla="*/ 0 h 2123863"/>
              <a:gd name="connsiteX2" fmla="*/ 12191999 w 12191999"/>
              <a:gd name="connsiteY2" fmla="*/ 0 h 2123863"/>
              <a:gd name="connsiteX3" fmla="*/ 9758467 w 12191999"/>
              <a:gd name="connsiteY3" fmla="*/ 2108624 h 2123863"/>
              <a:gd name="connsiteX4" fmla="*/ 1061932 w 12191999"/>
              <a:gd name="connsiteY4" fmla="*/ 2123863 h 2123863"/>
              <a:gd name="connsiteX5" fmla="*/ 0 w 12191999"/>
              <a:gd name="connsiteY5" fmla="*/ 1061931 h 2123863"/>
              <a:gd name="connsiteX6" fmla="*/ 0 w 12191999"/>
              <a:gd name="connsiteY6" fmla="*/ 0 h 2123863"/>
              <a:gd name="connsiteX7" fmla="*/ 0 w 12191999"/>
              <a:gd name="connsiteY7" fmla="*/ 0 h 2123863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2191999 w 12191999"/>
              <a:gd name="connsiteY2" fmla="*/ 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2191999 w 12191999"/>
              <a:gd name="connsiteY2" fmla="*/ 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1612879 w 12191999"/>
              <a:gd name="connsiteY2" fmla="*/ 38100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1612879 w 12191999"/>
              <a:gd name="connsiteY2" fmla="*/ 38100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732723"/>
              <a:gd name="connsiteY0" fmla="*/ 0 h 2123864"/>
              <a:gd name="connsiteX1" fmla="*/ 12191999 w 12732723"/>
              <a:gd name="connsiteY1" fmla="*/ 0 h 2123864"/>
              <a:gd name="connsiteX2" fmla="*/ 9636547 w 12732723"/>
              <a:gd name="connsiteY2" fmla="*/ 2123864 h 2123864"/>
              <a:gd name="connsiteX3" fmla="*/ 1061932 w 12732723"/>
              <a:gd name="connsiteY3" fmla="*/ 2123863 h 2123864"/>
              <a:gd name="connsiteX4" fmla="*/ 0 w 12732723"/>
              <a:gd name="connsiteY4" fmla="*/ 1061931 h 2123864"/>
              <a:gd name="connsiteX5" fmla="*/ 0 w 12732723"/>
              <a:gd name="connsiteY5" fmla="*/ 0 h 2123864"/>
              <a:gd name="connsiteX6" fmla="*/ 0 w 12732723"/>
              <a:gd name="connsiteY6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9636547 w 12191999"/>
              <a:gd name="connsiteY2" fmla="*/ 2123864 h 2123864"/>
              <a:gd name="connsiteX3" fmla="*/ 1061932 w 12191999"/>
              <a:gd name="connsiteY3" fmla="*/ 2123863 h 2123864"/>
              <a:gd name="connsiteX4" fmla="*/ 0 w 12191999"/>
              <a:gd name="connsiteY4" fmla="*/ 1061931 h 2123864"/>
              <a:gd name="connsiteX5" fmla="*/ 0 w 12191999"/>
              <a:gd name="connsiteY5" fmla="*/ 0 h 2123864"/>
              <a:gd name="connsiteX6" fmla="*/ 0 w 12191999"/>
              <a:gd name="connsiteY6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9636547 w 12191999"/>
              <a:gd name="connsiteY2" fmla="*/ 2123864 h 2123864"/>
              <a:gd name="connsiteX3" fmla="*/ 1061932 w 12191999"/>
              <a:gd name="connsiteY3" fmla="*/ 2123863 h 2123864"/>
              <a:gd name="connsiteX4" fmla="*/ 0 w 12191999"/>
              <a:gd name="connsiteY4" fmla="*/ 1061931 h 2123864"/>
              <a:gd name="connsiteX5" fmla="*/ 0 w 12191999"/>
              <a:gd name="connsiteY5" fmla="*/ 0 h 2123864"/>
              <a:gd name="connsiteX6" fmla="*/ 0 w 12191999"/>
              <a:gd name="connsiteY6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9636547 w 12191999"/>
              <a:gd name="connsiteY2" fmla="*/ 2123864 h 2123864"/>
              <a:gd name="connsiteX3" fmla="*/ 1061932 w 12191999"/>
              <a:gd name="connsiteY3" fmla="*/ 2123863 h 2123864"/>
              <a:gd name="connsiteX4" fmla="*/ 0 w 12191999"/>
              <a:gd name="connsiteY4" fmla="*/ 1061931 h 2123864"/>
              <a:gd name="connsiteX5" fmla="*/ 0 w 12191999"/>
              <a:gd name="connsiteY5" fmla="*/ 0 h 2123864"/>
              <a:gd name="connsiteX6" fmla="*/ 0 w 12191999"/>
              <a:gd name="connsiteY6" fmla="*/ 0 h 2123864"/>
              <a:gd name="connsiteX0" fmla="*/ 0 w 12191999"/>
              <a:gd name="connsiteY0" fmla="*/ 0 h 2126534"/>
              <a:gd name="connsiteX1" fmla="*/ 12191999 w 12191999"/>
              <a:gd name="connsiteY1" fmla="*/ 0 h 2126534"/>
              <a:gd name="connsiteX2" fmla="*/ 9636547 w 12191999"/>
              <a:gd name="connsiteY2" fmla="*/ 2123864 h 2126534"/>
              <a:gd name="connsiteX3" fmla="*/ 1061932 w 12191999"/>
              <a:gd name="connsiteY3" fmla="*/ 2123863 h 2126534"/>
              <a:gd name="connsiteX4" fmla="*/ 0 w 12191999"/>
              <a:gd name="connsiteY4" fmla="*/ 1061931 h 2126534"/>
              <a:gd name="connsiteX5" fmla="*/ 0 w 12191999"/>
              <a:gd name="connsiteY5" fmla="*/ 0 h 2126534"/>
              <a:gd name="connsiteX6" fmla="*/ 0 w 12191999"/>
              <a:gd name="connsiteY6" fmla="*/ 0 h 2126534"/>
              <a:gd name="connsiteX0" fmla="*/ 0 w 12191999"/>
              <a:gd name="connsiteY0" fmla="*/ 0 h 2388136"/>
              <a:gd name="connsiteX1" fmla="*/ 12191999 w 12191999"/>
              <a:gd name="connsiteY1" fmla="*/ 0 h 2388136"/>
              <a:gd name="connsiteX2" fmla="*/ 9636547 w 12191999"/>
              <a:gd name="connsiteY2" fmla="*/ 2123864 h 2388136"/>
              <a:gd name="connsiteX3" fmla="*/ 1061932 w 12191999"/>
              <a:gd name="connsiteY3" fmla="*/ 2123863 h 2388136"/>
              <a:gd name="connsiteX4" fmla="*/ 0 w 12191999"/>
              <a:gd name="connsiteY4" fmla="*/ 2128731 h 2388136"/>
              <a:gd name="connsiteX5" fmla="*/ 0 w 12191999"/>
              <a:gd name="connsiteY5" fmla="*/ 0 h 2388136"/>
              <a:gd name="connsiteX6" fmla="*/ 0 w 12191999"/>
              <a:gd name="connsiteY6" fmla="*/ 0 h 2388136"/>
              <a:gd name="connsiteX0" fmla="*/ 0 w 12191999"/>
              <a:gd name="connsiteY0" fmla="*/ 0 h 2128731"/>
              <a:gd name="connsiteX1" fmla="*/ 12191999 w 12191999"/>
              <a:gd name="connsiteY1" fmla="*/ 0 h 2128731"/>
              <a:gd name="connsiteX2" fmla="*/ 9636547 w 12191999"/>
              <a:gd name="connsiteY2" fmla="*/ 2123864 h 2128731"/>
              <a:gd name="connsiteX3" fmla="*/ 0 w 12191999"/>
              <a:gd name="connsiteY3" fmla="*/ 2128731 h 2128731"/>
              <a:gd name="connsiteX4" fmla="*/ 0 w 12191999"/>
              <a:gd name="connsiteY4" fmla="*/ 0 h 2128731"/>
              <a:gd name="connsiteX5" fmla="*/ 0 w 12191999"/>
              <a:gd name="connsiteY5" fmla="*/ 0 h 2128731"/>
              <a:gd name="connsiteX0" fmla="*/ 0 w 12191999"/>
              <a:gd name="connsiteY0" fmla="*/ 0 h 2128731"/>
              <a:gd name="connsiteX1" fmla="*/ 12191999 w 12191999"/>
              <a:gd name="connsiteY1" fmla="*/ 0 h 2128731"/>
              <a:gd name="connsiteX2" fmla="*/ 9636547 w 12191999"/>
              <a:gd name="connsiteY2" fmla="*/ 2123864 h 2128731"/>
              <a:gd name="connsiteX3" fmla="*/ 0 w 12191999"/>
              <a:gd name="connsiteY3" fmla="*/ 2128731 h 2128731"/>
              <a:gd name="connsiteX4" fmla="*/ 0 w 12191999"/>
              <a:gd name="connsiteY4" fmla="*/ 0 h 2128731"/>
              <a:gd name="connsiteX5" fmla="*/ 0 w 12191999"/>
              <a:gd name="connsiteY5" fmla="*/ 0 h 2128731"/>
              <a:gd name="connsiteX0" fmla="*/ 0 w 12191999"/>
              <a:gd name="connsiteY0" fmla="*/ 0 h 2128731"/>
              <a:gd name="connsiteX1" fmla="*/ 12191999 w 12191999"/>
              <a:gd name="connsiteY1" fmla="*/ 0 h 2128731"/>
              <a:gd name="connsiteX2" fmla="*/ 9636547 w 12191999"/>
              <a:gd name="connsiteY2" fmla="*/ 2123864 h 2128731"/>
              <a:gd name="connsiteX3" fmla="*/ 0 w 12191999"/>
              <a:gd name="connsiteY3" fmla="*/ 2128731 h 2128731"/>
              <a:gd name="connsiteX4" fmla="*/ 0 w 12191999"/>
              <a:gd name="connsiteY4" fmla="*/ 0 h 2128731"/>
              <a:gd name="connsiteX5" fmla="*/ 0 w 12191999"/>
              <a:gd name="connsiteY5" fmla="*/ 0 h 212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2128731">
                <a:moveTo>
                  <a:pt x="0" y="0"/>
                </a:moveTo>
                <a:lnTo>
                  <a:pt x="12191999" y="0"/>
                </a:lnTo>
                <a:cubicBezTo>
                  <a:pt x="12045490" y="887377"/>
                  <a:pt x="11262958" y="2196607"/>
                  <a:pt x="9636547" y="2123864"/>
                </a:cubicBezTo>
                <a:lnTo>
                  <a:pt x="0" y="212873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</p:spPr>
        <p:txBody>
          <a:bodyPr rtlCol="0"/>
          <a:lstStyle>
            <a:lvl1pPr marL="914400">
              <a:lnSpc>
                <a:spcPct val="100000"/>
              </a:lnSpc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>
                <a:solidFill>
                  <a:srgbClr val="FFFFFF"/>
                </a:solidFill>
              </a:rPr>
              <a:t>Образец заголовка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25" name="Рисунок 36">
            <a:extLst>
              <a:ext uri="{FF2B5EF4-FFF2-40B4-BE49-F238E27FC236}">
                <a16:creationId xmlns:a16="http://schemas.microsoft.com/office/drawing/2014/main" id="{22F784D1-8CE5-4710-ADC3-2F70D5766F7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63600" y="2185416"/>
            <a:ext cx="2286000" cy="174650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4" name="Текст 30">
            <a:extLst>
              <a:ext uri="{FF2B5EF4-FFF2-40B4-BE49-F238E27FC236}">
                <a16:creationId xmlns:a16="http://schemas.microsoft.com/office/drawing/2014/main" id="{1F2D6BF5-159D-4F01-BDEB-0FBD75D3F4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1298" y="3970230"/>
            <a:ext cx="2286000" cy="877824"/>
          </a:xfrm>
        </p:spPr>
        <p:txBody>
          <a:bodyPr rtlCol="0"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518C033F-CC28-477A-8A72-AD0398D368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64181" y="4948171"/>
            <a:ext cx="2286000" cy="741904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Заголовок</a:t>
            </a:r>
          </a:p>
        </p:txBody>
      </p:sp>
      <p:sp>
        <p:nvSpPr>
          <p:cNvPr id="26" name="Рисунок 36">
            <a:extLst>
              <a:ext uri="{FF2B5EF4-FFF2-40B4-BE49-F238E27FC236}">
                <a16:creationId xmlns:a16="http://schemas.microsoft.com/office/drawing/2014/main" id="{599604B7-B0E5-4112-9123-341EB9C6267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593592" y="2185416"/>
            <a:ext cx="2286000" cy="174650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1" name="Текст 30">
            <a:extLst>
              <a:ext uri="{FF2B5EF4-FFF2-40B4-BE49-F238E27FC236}">
                <a16:creationId xmlns:a16="http://schemas.microsoft.com/office/drawing/2014/main" id="{B4836FAA-F9D8-465B-8985-A5A10F5F2E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93592" y="3971853"/>
            <a:ext cx="2286000" cy="877824"/>
          </a:xfrm>
        </p:spPr>
        <p:txBody>
          <a:bodyPr rtlCol="0"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83A2A0BF-0F76-4FDC-97BF-55EBAD5FFFE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593592" y="4948171"/>
            <a:ext cx="2286000" cy="741904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Заголовок</a:t>
            </a:r>
          </a:p>
        </p:txBody>
      </p:sp>
      <p:sp>
        <p:nvSpPr>
          <p:cNvPr id="27" name="Рисунок 36">
            <a:extLst>
              <a:ext uri="{FF2B5EF4-FFF2-40B4-BE49-F238E27FC236}">
                <a16:creationId xmlns:a16="http://schemas.microsoft.com/office/drawing/2014/main" id="{811A58E2-70B8-4F18-AF4A-136F58682C4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09360" y="2185416"/>
            <a:ext cx="2286000" cy="174650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2" name="Текст 30">
            <a:extLst>
              <a:ext uri="{FF2B5EF4-FFF2-40B4-BE49-F238E27FC236}">
                <a16:creationId xmlns:a16="http://schemas.microsoft.com/office/drawing/2014/main" id="{51A90A66-376F-4665-B6E9-475C686D79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0" y="3971853"/>
            <a:ext cx="2286000" cy="877824"/>
          </a:xfrm>
        </p:spPr>
        <p:txBody>
          <a:bodyPr rtlCol="0"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7FD8E69F-7035-465B-98F7-47AAF27D3AD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09360" y="4949098"/>
            <a:ext cx="2286000" cy="741904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Заголовок</a:t>
            </a:r>
          </a:p>
        </p:txBody>
      </p:sp>
      <p:sp>
        <p:nvSpPr>
          <p:cNvPr id="28" name="Рисунок 36">
            <a:extLst>
              <a:ext uri="{FF2B5EF4-FFF2-40B4-BE49-F238E27FC236}">
                <a16:creationId xmlns:a16="http://schemas.microsoft.com/office/drawing/2014/main" id="{D390D85C-0A55-413E-9301-4F451686AB8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5984" y="2185416"/>
            <a:ext cx="2286000" cy="174650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3" name="Текст 30">
            <a:extLst>
              <a:ext uri="{FF2B5EF4-FFF2-40B4-BE49-F238E27FC236}">
                <a16:creationId xmlns:a16="http://schemas.microsoft.com/office/drawing/2014/main" id="{4C70777F-7849-4350-9858-AB46DD43F2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15984" y="3976192"/>
            <a:ext cx="2286000" cy="877824"/>
          </a:xfrm>
        </p:spPr>
        <p:txBody>
          <a:bodyPr rtlCol="0"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20" name="Текст 2">
            <a:extLst>
              <a:ext uri="{FF2B5EF4-FFF2-40B4-BE49-F238E27FC236}">
                <a16:creationId xmlns:a16="http://schemas.microsoft.com/office/drawing/2014/main" id="{08918885-EB29-485A-A99A-D589B7ABAD7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015984" y="4945456"/>
            <a:ext cx="2286000" cy="741904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Заголовок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911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Содержимое с 2 столбцами (слайд для сравнени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056"/>
            <a:ext cx="10515600" cy="1325563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 rtlCol="0">
            <a:noAutofit/>
          </a:bodyPr>
          <a:lstStyle>
            <a:lvl1pPr marL="283464" indent="-283464">
              <a:defRPr sz="2000"/>
            </a:lvl1pPr>
            <a:lvl2pPr marL="283464" indent="-283464">
              <a:defRPr sz="1800"/>
            </a:lvl2pPr>
            <a:lvl3pPr marL="283464" indent="-283464">
              <a:defRPr sz="16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 rtlCol="0">
            <a:noAutofit/>
          </a:bodyPr>
          <a:lstStyle>
            <a:lvl1pPr marL="283464" indent="-283464">
              <a:defRPr sz="2000"/>
            </a:lvl1pPr>
            <a:lvl2pPr marL="283464" indent="-283464">
              <a:defRPr sz="1800"/>
            </a:lvl2pPr>
            <a:lvl3pPr marL="283464" indent="-283464">
              <a:defRPr sz="16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56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Содержимое с 3 столбц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056"/>
            <a:ext cx="10515600" cy="1325563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00400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3200400" cy="3554039"/>
          </a:xfrm>
        </p:spPr>
        <p:txBody>
          <a:bodyPr rtlCol="0">
            <a:normAutofit/>
          </a:bodyPr>
          <a:lstStyle>
            <a:lvl1pPr marL="283464" indent="-283464">
              <a:defRPr sz="1400"/>
            </a:lvl1pPr>
            <a:lvl2pPr marL="283464" indent="-283464">
              <a:defRPr sz="1400"/>
            </a:lvl2pPr>
            <a:lvl3pPr marL="283464" indent="-283464">
              <a:defRPr sz="14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6597" y="1679012"/>
            <a:ext cx="3200400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6597" y="2633472"/>
            <a:ext cx="3200400" cy="3554040"/>
          </a:xfrm>
        </p:spPr>
        <p:txBody>
          <a:bodyPr rtlCol="0">
            <a:normAutofit/>
          </a:bodyPr>
          <a:lstStyle>
            <a:lvl1pPr marL="283464" indent="-283464">
              <a:defRPr sz="1400"/>
            </a:lvl1pPr>
            <a:lvl2pPr marL="283464" indent="-283464">
              <a:defRPr sz="1400"/>
            </a:lvl2pPr>
            <a:lvl3pPr marL="283464" indent="-283464">
              <a:defRPr sz="14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255FA165-37DF-4E15-9395-3DD34C0F1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3406" y="1682496"/>
            <a:ext cx="3200400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CAFAE5B4-E9C2-4CEE-AE3C-EAD0E42277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406" y="2633472"/>
            <a:ext cx="3200400" cy="3554040"/>
          </a:xfrm>
        </p:spPr>
        <p:txBody>
          <a:bodyPr rtlCol="0">
            <a:normAutofit/>
          </a:bodyPr>
          <a:lstStyle>
            <a:lvl1pPr marL="283464" indent="-283464">
              <a:defRPr sz="1400"/>
            </a:lvl1pPr>
            <a:lvl2pPr marL="283464" indent="-283464">
              <a:defRPr sz="1400"/>
            </a:lvl2pPr>
            <a:lvl3pPr marL="283464" indent="-283464">
              <a:defRPr sz="14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179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8F77B68-7FA5-4C67-BB5E-544A66A74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28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0459E3D4-4913-4324-9732-B962CCA5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43553"/>
            <a:ext cx="9914859" cy="132588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>
                <a:solidFill>
                  <a:srgbClr val="FFFFFF"/>
                </a:solidFill>
              </a:rPr>
              <a:t>Образец заголовка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12" name="Объект 9">
            <a:extLst>
              <a:ext uri="{FF2B5EF4-FFF2-40B4-BE49-F238E27FC236}">
                <a16:creationId xmlns:a16="http://schemas.microsoft.com/office/drawing/2014/main" id="{FE71C6AE-BA35-4C02-9C7B-2A2D9775D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09080"/>
            <a:ext cx="5868537" cy="3467881"/>
          </a:xfrm>
        </p:spPr>
        <p:txBody>
          <a:bodyPr rtlCol="0"/>
          <a:lstStyle>
            <a:lvl1pPr marL="0" indent="0">
              <a:buNone/>
              <a:defRPr baseline="0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2F8E2564-CCE3-4E5F-BA7A-BE1CD195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44851" y="1"/>
            <a:ext cx="2347150" cy="4454343"/>
          </a:xfrm>
          <a:custGeom>
            <a:avLst/>
            <a:gdLst>
              <a:gd name="connsiteX0" fmla="*/ 2329738 w 2347151"/>
              <a:gd name="connsiteY0" fmla="*/ 0 h 4454343"/>
              <a:gd name="connsiteX1" fmla="*/ 2347151 w 2347151"/>
              <a:gd name="connsiteY1" fmla="*/ 0 h 4454343"/>
              <a:gd name="connsiteX2" fmla="*/ 2347151 w 2347151"/>
              <a:gd name="connsiteY2" fmla="*/ 4454343 h 4454343"/>
              <a:gd name="connsiteX3" fmla="*/ 2340504 w 2347151"/>
              <a:gd name="connsiteY3" fmla="*/ 4322705 h 4454343"/>
              <a:gd name="connsiteX4" fmla="*/ 134816 w 2347151"/>
              <a:gd name="connsiteY4" fmla="*/ 2130974 h 4454343"/>
              <a:gd name="connsiteX5" fmla="*/ 0 w 2347151"/>
              <a:gd name="connsiteY5" fmla="*/ 2124591 h 4454343"/>
              <a:gd name="connsiteX6" fmla="*/ 134816 w 2347151"/>
              <a:gd name="connsiteY6" fmla="*/ 2118208 h 4454343"/>
              <a:gd name="connsiteX7" fmla="*/ 2309087 w 2347151"/>
              <a:gd name="connsiteY7" fmla="*/ 141037 h 44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7151" h="4454343">
                <a:moveTo>
                  <a:pt x="2329738" y="0"/>
                </a:moveTo>
                <a:lnTo>
                  <a:pt x="2347151" y="0"/>
                </a:lnTo>
                <a:lnTo>
                  <a:pt x="2347151" y="4454343"/>
                </a:lnTo>
                <a:lnTo>
                  <a:pt x="2340504" y="4322705"/>
                </a:lnTo>
                <a:cubicBezTo>
                  <a:pt x="2222700" y="3162715"/>
                  <a:pt x="1296917" y="2241584"/>
                  <a:pt x="134816" y="2130974"/>
                </a:cubicBezTo>
                <a:lnTo>
                  <a:pt x="0" y="2124591"/>
                </a:lnTo>
                <a:lnTo>
                  <a:pt x="134816" y="2118208"/>
                </a:lnTo>
                <a:cubicBezTo>
                  <a:pt x="1224286" y="2014511"/>
                  <a:pt x="2106054" y="1198443"/>
                  <a:pt x="2309087" y="141037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dirty="0"/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70E4796D-B53A-4567-BE9E-482FEC3EDB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6184" y="2126134"/>
            <a:ext cx="2434622" cy="2503056"/>
          </a:xfrm>
          <a:custGeom>
            <a:avLst/>
            <a:gdLst>
              <a:gd name="connsiteX0" fmla="*/ 0 w 2434622"/>
              <a:gd name="connsiteY0" fmla="*/ 0 h 2381427"/>
              <a:gd name="connsiteX1" fmla="*/ 2434622 w 2434622"/>
              <a:gd name="connsiteY1" fmla="*/ 0 h 2381427"/>
              <a:gd name="connsiteX2" fmla="*/ 2434622 w 2434622"/>
              <a:gd name="connsiteY2" fmla="*/ 2381427 h 2381427"/>
              <a:gd name="connsiteX3" fmla="*/ 0 w 2434622"/>
              <a:gd name="connsiteY3" fmla="*/ 2381427 h 238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4622" h="2381427">
                <a:moveTo>
                  <a:pt x="0" y="0"/>
                </a:moveTo>
                <a:lnTo>
                  <a:pt x="2434622" y="0"/>
                </a:lnTo>
                <a:lnTo>
                  <a:pt x="2434622" y="2381427"/>
                </a:lnTo>
                <a:lnTo>
                  <a:pt x="0" y="238142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1FD357AB-C536-40A5-BB4E-AD59A1D930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9092" y="2118839"/>
            <a:ext cx="2432908" cy="2498880"/>
          </a:xfrm>
          <a:custGeom>
            <a:avLst/>
            <a:gdLst>
              <a:gd name="connsiteX0" fmla="*/ 0 w 2425326"/>
              <a:gd name="connsiteY0" fmla="*/ 0 h 2381426"/>
              <a:gd name="connsiteX1" fmla="*/ 254330 w 2425326"/>
              <a:gd name="connsiteY1" fmla="*/ 0 h 2381426"/>
              <a:gd name="connsiteX2" fmla="*/ 433844 w 2425326"/>
              <a:gd name="connsiteY2" fmla="*/ 25132 h 2381426"/>
              <a:gd name="connsiteX3" fmla="*/ 2424547 w 2425326"/>
              <a:gd name="connsiteY3" fmla="*/ 2186765 h 2381426"/>
              <a:gd name="connsiteX4" fmla="*/ 2425326 w 2425326"/>
              <a:gd name="connsiteY4" fmla="*/ 2202193 h 2381426"/>
              <a:gd name="connsiteX5" fmla="*/ 2425326 w 2425326"/>
              <a:gd name="connsiteY5" fmla="*/ 2381426 h 2381426"/>
              <a:gd name="connsiteX6" fmla="*/ 0 w 2425326"/>
              <a:gd name="connsiteY6" fmla="*/ 2381426 h 2381426"/>
              <a:gd name="connsiteX0" fmla="*/ 0 w 2701627"/>
              <a:gd name="connsiteY0" fmla="*/ 0 h 2419519"/>
              <a:gd name="connsiteX1" fmla="*/ 254330 w 2701627"/>
              <a:gd name="connsiteY1" fmla="*/ 0 h 2419519"/>
              <a:gd name="connsiteX2" fmla="*/ 433844 w 2701627"/>
              <a:gd name="connsiteY2" fmla="*/ 25132 h 2419519"/>
              <a:gd name="connsiteX3" fmla="*/ 2424547 w 2701627"/>
              <a:gd name="connsiteY3" fmla="*/ 2186765 h 2419519"/>
              <a:gd name="connsiteX4" fmla="*/ 2425326 w 2701627"/>
              <a:gd name="connsiteY4" fmla="*/ 2381426 h 2419519"/>
              <a:gd name="connsiteX5" fmla="*/ 0 w 2701627"/>
              <a:gd name="connsiteY5" fmla="*/ 2381426 h 2419519"/>
              <a:gd name="connsiteX6" fmla="*/ 0 w 2701627"/>
              <a:gd name="connsiteY6" fmla="*/ 0 h 2419519"/>
              <a:gd name="connsiteX0" fmla="*/ 0 w 2427563"/>
              <a:gd name="connsiteY0" fmla="*/ 0 h 2381426"/>
              <a:gd name="connsiteX1" fmla="*/ 254330 w 2427563"/>
              <a:gd name="connsiteY1" fmla="*/ 0 h 2381426"/>
              <a:gd name="connsiteX2" fmla="*/ 433844 w 2427563"/>
              <a:gd name="connsiteY2" fmla="*/ 25132 h 2381426"/>
              <a:gd name="connsiteX3" fmla="*/ 2425326 w 2427563"/>
              <a:gd name="connsiteY3" fmla="*/ 2381426 h 2381426"/>
              <a:gd name="connsiteX4" fmla="*/ 0 w 2427563"/>
              <a:gd name="connsiteY4" fmla="*/ 2381426 h 2381426"/>
              <a:gd name="connsiteX5" fmla="*/ 0 w 2427563"/>
              <a:gd name="connsiteY5" fmla="*/ 0 h 2381426"/>
              <a:gd name="connsiteX0" fmla="*/ 0 w 2425384"/>
              <a:gd name="connsiteY0" fmla="*/ 0 h 2381426"/>
              <a:gd name="connsiteX1" fmla="*/ 254330 w 2425384"/>
              <a:gd name="connsiteY1" fmla="*/ 0 h 2381426"/>
              <a:gd name="connsiteX2" fmla="*/ 433844 w 2425384"/>
              <a:gd name="connsiteY2" fmla="*/ 25132 h 2381426"/>
              <a:gd name="connsiteX3" fmla="*/ 2425326 w 2425384"/>
              <a:gd name="connsiteY3" fmla="*/ 2381426 h 2381426"/>
              <a:gd name="connsiteX4" fmla="*/ 0 w 2425384"/>
              <a:gd name="connsiteY4" fmla="*/ 2381426 h 2381426"/>
              <a:gd name="connsiteX5" fmla="*/ 0 w 2425384"/>
              <a:gd name="connsiteY5" fmla="*/ 0 h 2381426"/>
              <a:gd name="connsiteX0" fmla="*/ 0 w 2425326"/>
              <a:gd name="connsiteY0" fmla="*/ 0 h 2381426"/>
              <a:gd name="connsiteX1" fmla="*/ 254330 w 2425326"/>
              <a:gd name="connsiteY1" fmla="*/ 0 h 2381426"/>
              <a:gd name="connsiteX2" fmla="*/ 2425326 w 2425326"/>
              <a:gd name="connsiteY2" fmla="*/ 2381426 h 2381426"/>
              <a:gd name="connsiteX3" fmla="*/ 0 w 2425326"/>
              <a:gd name="connsiteY3" fmla="*/ 2381426 h 2381426"/>
              <a:gd name="connsiteX4" fmla="*/ 0 w 2425326"/>
              <a:gd name="connsiteY4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14 h 2381440"/>
              <a:gd name="connsiteX1" fmla="*/ 2425326 w 2425326"/>
              <a:gd name="connsiteY1" fmla="*/ 2381440 h 2381440"/>
              <a:gd name="connsiteX2" fmla="*/ 0 w 2425326"/>
              <a:gd name="connsiteY2" fmla="*/ 2381440 h 2381440"/>
              <a:gd name="connsiteX3" fmla="*/ 0 w 2425326"/>
              <a:gd name="connsiteY3" fmla="*/ 14 h 2381440"/>
              <a:gd name="connsiteX0" fmla="*/ 0 w 2427169"/>
              <a:gd name="connsiteY0" fmla="*/ 14 h 2381440"/>
              <a:gd name="connsiteX1" fmla="*/ 2425326 w 2427169"/>
              <a:gd name="connsiteY1" fmla="*/ 2381440 h 2381440"/>
              <a:gd name="connsiteX2" fmla="*/ 0 w 2427169"/>
              <a:gd name="connsiteY2" fmla="*/ 2381440 h 2381440"/>
              <a:gd name="connsiteX3" fmla="*/ 0 w 2427169"/>
              <a:gd name="connsiteY3" fmla="*/ 14 h 238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7169" h="2381440">
                <a:moveTo>
                  <a:pt x="0" y="14"/>
                </a:moveTo>
                <a:cubicBezTo>
                  <a:pt x="1692362" y="-4985"/>
                  <a:pt x="2470324" y="1326204"/>
                  <a:pt x="2425326" y="2381440"/>
                </a:cubicBezTo>
                <a:lnTo>
                  <a:pt x="0" y="2381440"/>
                </a:lnTo>
                <a:lnTo>
                  <a:pt x="0" y="14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EF54B49C-CC16-4438-9923-F41C8E7527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24344" y="4503573"/>
            <a:ext cx="2434622" cy="2354427"/>
          </a:xfrm>
          <a:custGeom>
            <a:avLst/>
            <a:gdLst>
              <a:gd name="connsiteX0" fmla="*/ 0 w 2434622"/>
              <a:gd name="connsiteY0" fmla="*/ 0 h 2381427"/>
              <a:gd name="connsiteX1" fmla="*/ 2434622 w 2434622"/>
              <a:gd name="connsiteY1" fmla="*/ 0 h 2381427"/>
              <a:gd name="connsiteX2" fmla="*/ 2434622 w 2434622"/>
              <a:gd name="connsiteY2" fmla="*/ 2381427 h 2381427"/>
              <a:gd name="connsiteX3" fmla="*/ 0 w 2434622"/>
              <a:gd name="connsiteY3" fmla="*/ 2381427 h 238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4622" h="2381427">
                <a:moveTo>
                  <a:pt x="0" y="0"/>
                </a:moveTo>
                <a:lnTo>
                  <a:pt x="2434622" y="0"/>
                </a:lnTo>
                <a:lnTo>
                  <a:pt x="2434622" y="2381427"/>
                </a:lnTo>
                <a:lnTo>
                  <a:pt x="0" y="238142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BC1AB157-27FC-4B7D-9CCA-71C57045CEE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58966" y="4507560"/>
            <a:ext cx="2434622" cy="2350439"/>
          </a:xfrm>
          <a:custGeom>
            <a:avLst/>
            <a:gdLst>
              <a:gd name="connsiteX0" fmla="*/ 0 w 2434622"/>
              <a:gd name="connsiteY0" fmla="*/ 0 h 2342635"/>
              <a:gd name="connsiteX1" fmla="*/ 2434622 w 2434622"/>
              <a:gd name="connsiteY1" fmla="*/ 0 h 2342635"/>
              <a:gd name="connsiteX2" fmla="*/ 2434622 w 2434622"/>
              <a:gd name="connsiteY2" fmla="*/ 2342635 h 2342635"/>
              <a:gd name="connsiteX3" fmla="*/ 0 w 2434622"/>
              <a:gd name="connsiteY3" fmla="*/ 2342635 h 234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4622" h="2342635">
                <a:moveTo>
                  <a:pt x="0" y="0"/>
                </a:moveTo>
                <a:lnTo>
                  <a:pt x="2434622" y="0"/>
                </a:lnTo>
                <a:lnTo>
                  <a:pt x="2434622" y="2342635"/>
                </a:lnTo>
                <a:lnTo>
                  <a:pt x="0" y="234263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8389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Заключ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0BAB19D3-90A9-40E5-BED8-289A8919A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AD247D9-20CF-4BAD-906D-66DB8B852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79" y="596393"/>
            <a:ext cx="5618922" cy="1542507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>
                <a:solidFill>
                  <a:srgbClr val="FFFFFF"/>
                </a:solidFill>
              </a:rPr>
              <a:t>Образец заголовка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80E4B7A8-67F1-4290-B537-DE49AD9FBF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5181600" cy="6857999"/>
          </a:xfrm>
          <a:custGeom>
            <a:avLst/>
            <a:gdLst>
              <a:gd name="connsiteX0" fmla="*/ 0 w 5181600"/>
              <a:gd name="connsiteY0" fmla="*/ 0 h 6857999"/>
              <a:gd name="connsiteX1" fmla="*/ 5181600 w 5181600"/>
              <a:gd name="connsiteY1" fmla="*/ 0 h 6857999"/>
              <a:gd name="connsiteX2" fmla="*/ 5181600 w 5181600"/>
              <a:gd name="connsiteY2" fmla="*/ 4504871 h 6857999"/>
              <a:gd name="connsiteX3" fmla="*/ 5181598 w 5181600"/>
              <a:gd name="connsiteY3" fmla="*/ 4504830 h 6857999"/>
              <a:gd name="connsiteX4" fmla="*/ 5175215 w 5181600"/>
              <a:gd name="connsiteY4" fmla="*/ 4639646 h 6857999"/>
              <a:gd name="connsiteX5" fmla="*/ 2983485 w 5181600"/>
              <a:gd name="connsiteY5" fmla="*/ 6845334 h 6857999"/>
              <a:gd name="connsiteX6" fmla="*/ 2749639 w 5181600"/>
              <a:gd name="connsiteY6" fmla="*/ 6857142 h 6857999"/>
              <a:gd name="connsiteX7" fmla="*/ 2749639 w 5181600"/>
              <a:gd name="connsiteY7" fmla="*/ 6857999 h 6857999"/>
              <a:gd name="connsiteX8" fmla="*/ 0 w 5181600"/>
              <a:gd name="connsiteY8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81600" h="6857999">
                <a:moveTo>
                  <a:pt x="0" y="0"/>
                </a:moveTo>
                <a:lnTo>
                  <a:pt x="5181600" y="0"/>
                </a:lnTo>
                <a:lnTo>
                  <a:pt x="5181600" y="4504871"/>
                </a:lnTo>
                <a:lnTo>
                  <a:pt x="5181598" y="4504830"/>
                </a:lnTo>
                <a:lnTo>
                  <a:pt x="5175215" y="4639646"/>
                </a:lnTo>
                <a:cubicBezTo>
                  <a:pt x="5064605" y="5801747"/>
                  <a:pt x="4143475" y="6727530"/>
                  <a:pt x="2983485" y="6845334"/>
                </a:cubicBezTo>
                <a:lnTo>
                  <a:pt x="2749639" y="6857142"/>
                </a:lnTo>
                <a:lnTo>
                  <a:pt x="274963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5EAFE93-40B7-4FF8-BEE7-E39911ECD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78" y="2138901"/>
            <a:ext cx="5618922" cy="4033299"/>
          </a:xfrm>
        </p:spPr>
        <p:txBody>
          <a:bodyPr rtlCol="0">
            <a:normAutofit/>
          </a:bodyPr>
          <a:lstStyle>
            <a:lvl1pPr>
              <a:buNone/>
              <a:defRPr>
                <a:solidFill>
                  <a:schemeClr val="bg2"/>
                </a:solidFill>
              </a:defRPr>
            </a:lvl1pPr>
          </a:lstStyle>
          <a:p>
            <a:pPr lvl="0" rtl="0"/>
            <a:r>
              <a:rPr lang="ru-RU">
                <a:solidFill>
                  <a:srgbClr val="FFFFFF"/>
                </a:solidFill>
              </a:rPr>
              <a:t>Образец текста</a:t>
            </a:r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C752B41F-4B4E-4E1F-9191-6BB3F421E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05014" y="3249456"/>
            <a:ext cx="2353172" cy="4863918"/>
          </a:xfrm>
          <a:custGeom>
            <a:avLst/>
            <a:gdLst>
              <a:gd name="connsiteX0" fmla="*/ 2352312 w 2353172"/>
              <a:gd name="connsiteY0" fmla="*/ 0 h 4863918"/>
              <a:gd name="connsiteX1" fmla="*/ 2353172 w 2353172"/>
              <a:gd name="connsiteY1" fmla="*/ 0 h 4863918"/>
              <a:gd name="connsiteX2" fmla="*/ 2353172 w 2353172"/>
              <a:gd name="connsiteY2" fmla="*/ 4863918 h 4863918"/>
              <a:gd name="connsiteX3" fmla="*/ 2352312 w 2353172"/>
              <a:gd name="connsiteY3" fmla="*/ 4863918 h 4863918"/>
              <a:gd name="connsiteX4" fmla="*/ 2340504 w 2353172"/>
              <a:gd name="connsiteY4" fmla="*/ 4630072 h 4863918"/>
              <a:gd name="connsiteX5" fmla="*/ 134816 w 2353172"/>
              <a:gd name="connsiteY5" fmla="*/ 2438342 h 4863918"/>
              <a:gd name="connsiteX6" fmla="*/ 0 w 2353172"/>
              <a:gd name="connsiteY6" fmla="*/ 2431959 h 4863918"/>
              <a:gd name="connsiteX7" fmla="*/ 134816 w 2353172"/>
              <a:gd name="connsiteY7" fmla="*/ 2425576 h 4863918"/>
              <a:gd name="connsiteX8" fmla="*/ 2340504 w 2353172"/>
              <a:gd name="connsiteY8" fmla="*/ 233845 h 486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3172" h="4863918">
                <a:moveTo>
                  <a:pt x="2352312" y="0"/>
                </a:moveTo>
                <a:lnTo>
                  <a:pt x="2353172" y="0"/>
                </a:lnTo>
                <a:lnTo>
                  <a:pt x="2353172" y="4863918"/>
                </a:lnTo>
                <a:lnTo>
                  <a:pt x="2352312" y="4863918"/>
                </a:lnTo>
                <a:lnTo>
                  <a:pt x="2340504" y="4630072"/>
                </a:lnTo>
                <a:cubicBezTo>
                  <a:pt x="2222700" y="3470082"/>
                  <a:pt x="1296917" y="2548952"/>
                  <a:pt x="134816" y="2438342"/>
                </a:cubicBezTo>
                <a:lnTo>
                  <a:pt x="0" y="2431959"/>
                </a:lnTo>
                <a:lnTo>
                  <a:pt x="134816" y="2425576"/>
                </a:lnTo>
                <a:cubicBezTo>
                  <a:pt x="1296917" y="2314966"/>
                  <a:pt x="2222700" y="1393835"/>
                  <a:pt x="2340504" y="2338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dirty="0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E3EFD1DB-7478-445F-ACEF-64BE4DFEC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05012" y="3249456"/>
            <a:ext cx="2353172" cy="4863918"/>
          </a:xfrm>
          <a:custGeom>
            <a:avLst/>
            <a:gdLst>
              <a:gd name="connsiteX0" fmla="*/ 2352312 w 2353172"/>
              <a:gd name="connsiteY0" fmla="*/ 0 h 4863918"/>
              <a:gd name="connsiteX1" fmla="*/ 2353172 w 2353172"/>
              <a:gd name="connsiteY1" fmla="*/ 0 h 4863918"/>
              <a:gd name="connsiteX2" fmla="*/ 2353172 w 2353172"/>
              <a:gd name="connsiteY2" fmla="*/ 4863918 h 4863918"/>
              <a:gd name="connsiteX3" fmla="*/ 2352312 w 2353172"/>
              <a:gd name="connsiteY3" fmla="*/ 4863918 h 4863918"/>
              <a:gd name="connsiteX4" fmla="*/ 2340504 w 2353172"/>
              <a:gd name="connsiteY4" fmla="*/ 4630072 h 4863918"/>
              <a:gd name="connsiteX5" fmla="*/ 134816 w 2353172"/>
              <a:gd name="connsiteY5" fmla="*/ 2438342 h 4863918"/>
              <a:gd name="connsiteX6" fmla="*/ 0 w 2353172"/>
              <a:gd name="connsiteY6" fmla="*/ 2431959 h 4863918"/>
              <a:gd name="connsiteX7" fmla="*/ 134816 w 2353172"/>
              <a:gd name="connsiteY7" fmla="*/ 2425576 h 4863918"/>
              <a:gd name="connsiteX8" fmla="*/ 2340504 w 2353172"/>
              <a:gd name="connsiteY8" fmla="*/ 233845 h 486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3172" h="4863918">
                <a:moveTo>
                  <a:pt x="2352312" y="0"/>
                </a:moveTo>
                <a:lnTo>
                  <a:pt x="2353172" y="0"/>
                </a:lnTo>
                <a:lnTo>
                  <a:pt x="2353172" y="4863918"/>
                </a:lnTo>
                <a:lnTo>
                  <a:pt x="2352312" y="4863918"/>
                </a:lnTo>
                <a:lnTo>
                  <a:pt x="2340504" y="4630072"/>
                </a:lnTo>
                <a:cubicBezTo>
                  <a:pt x="2222700" y="3470082"/>
                  <a:pt x="1296917" y="2548952"/>
                  <a:pt x="134816" y="2438342"/>
                </a:cubicBezTo>
                <a:lnTo>
                  <a:pt x="0" y="2431959"/>
                </a:lnTo>
                <a:lnTo>
                  <a:pt x="134816" y="2425576"/>
                </a:lnTo>
                <a:cubicBezTo>
                  <a:pt x="1296917" y="2314966"/>
                  <a:pt x="2222700" y="1393835"/>
                  <a:pt x="2340504" y="233845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60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A2D13D15-77CA-4B50-9E08-0F58009A8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35" y="4626592"/>
            <a:ext cx="8600365" cy="1224926"/>
          </a:xfrm>
        </p:spPr>
        <p:txBody>
          <a:bodyPr rtlCol="0" anchor="b">
            <a:noAutofit/>
          </a:bodyPr>
          <a:lstStyle/>
          <a:p>
            <a:pPr rtl="0"/>
            <a:r>
              <a:rPr lang="ru-RU" sz="4400">
                <a:solidFill>
                  <a:srgbClr val="FFFFFF"/>
                </a:solidFill>
              </a:rPr>
              <a:t>Образец заголовка</a:t>
            </a:r>
            <a:endParaRPr lang="ru-RU" sz="4400" dirty="0">
              <a:solidFill>
                <a:srgbClr val="FFFFFF"/>
              </a:solidFill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BB8E73D-B3E6-4E0A-8295-A9EB15722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7636" y="5936776"/>
            <a:ext cx="6660107" cy="625497"/>
          </a:xfrm>
        </p:spPr>
        <p:txBody>
          <a:bodyPr rtlCol="0">
            <a:normAutofit/>
          </a:bodyPr>
          <a:lstStyle/>
          <a:p>
            <a:pPr rtl="0"/>
            <a:r>
              <a:rPr lang="ru-RU" sz="1400">
                <a:solidFill>
                  <a:srgbClr val="FFFFFF"/>
                </a:solidFill>
              </a:rPr>
              <a:t>Образец подзаголовка</a:t>
            </a:r>
            <a:endParaRPr lang="ru-RU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989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rtlCol="0"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 rtlCol="0"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3708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016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2128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1571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7714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736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39807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ru-RU" sz="1000"/>
              <a:t>Образец текста нижнего колонтитула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u-RU"/>
              <a:t>08.02.20XX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fld id="{08AB70BE-1769-45B8-85A6-0C837432C7E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3" r:id="rId2"/>
    <p:sldLayoutId id="2147483674" r:id="rId3"/>
    <p:sldLayoutId id="2147483675" r:id="rId4"/>
    <p:sldLayoutId id="2147483662" r:id="rId5"/>
    <p:sldLayoutId id="2147483688" r:id="rId6"/>
    <p:sldLayoutId id="2147483679" r:id="rId7"/>
    <p:sldLayoutId id="2147483685" r:id="rId8"/>
    <p:sldLayoutId id="2147483665" r:id="rId9"/>
    <p:sldLayoutId id="2147483681" r:id="rId10"/>
    <p:sldLayoutId id="2147483678" r:id="rId11"/>
    <p:sldLayoutId id="2147483683" r:id="rId12"/>
    <p:sldLayoutId id="2147483684" r:id="rId13"/>
    <p:sldLayoutId id="2147483661" r:id="rId14"/>
    <p:sldLayoutId id="2147483663" r:id="rId15"/>
    <p:sldLayoutId id="2147483664" r:id="rId16"/>
    <p:sldLayoutId id="2147483666" r:id="rId17"/>
    <p:sldLayoutId id="2147483668" r:id="rId18"/>
    <p:sldLayoutId id="214748366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вид Земли со спутника">
            <a:extLst>
              <a:ext uri="{FF2B5EF4-FFF2-40B4-BE49-F238E27FC236}">
                <a16:creationId xmlns:a16="http://schemas.microsoft.com/office/drawing/2014/main" id="{997CF875-7865-4B60-BE3C-F759090A4D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25" b="312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D0423-92ED-41A8-B13E-ED2A99FC3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chemeClr val="bg1">
              <a:alpha val="60000"/>
            </a:schemeClr>
          </a:solidFill>
          <a:ln w="38100" cap="sq">
            <a:solidFill>
              <a:schemeClr val="tx1"/>
            </a:solidFill>
            <a:miter lim="800000"/>
          </a:ln>
        </p:spPr>
        <p:txBody>
          <a:bodyPr rtlCol="0" anchor="ctr">
            <a:normAutofit/>
          </a:bodyPr>
          <a:lstStyle/>
          <a:p>
            <a:r>
              <a:rPr lang="ru-RU" noProof="1">
                <a:solidFill>
                  <a:schemeClr val="tx1"/>
                </a:solidFill>
              </a:rPr>
              <a:t>        6 мифов о космосе</a:t>
            </a:r>
          </a:p>
        </p:txBody>
      </p:sp>
    </p:spTree>
    <p:extLst>
      <p:ext uri="{BB962C8B-B14F-4D97-AF65-F5344CB8AC3E}">
        <p14:creationId xmlns:p14="http://schemas.microsoft.com/office/powerpoint/2010/main" val="18184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BD072B0-076E-4AAF-84A8-1A907CED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1. Человек в космосе взрывается</a:t>
            </a:r>
            <a:b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</a:br>
            <a:endParaRPr lang="ru-RU" dirty="0"/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367B4D0B-3F7A-43CB-9893-94862903D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99649"/>
            <a:ext cx="5991226" cy="2799142"/>
          </a:xfrm>
        </p:spPr>
        <p:txBody>
          <a:bodyPr>
            <a:normAutofit fontScale="70000" lnSpcReduction="20000"/>
          </a:bodyPr>
          <a:lstStyle/>
          <a:p>
            <a:pPr algn="l" fontAlgn="base"/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   Типичный пример заблуждения, созданного кинематографом ради зрелищности. Ну вы знаете, эти вылезающие из орбит глаза и раздувающееся тело, после чего человек лопается, как мыльный пузырь. Кровь и кишки во все стороны добавляются опционально, если позволяет возрастной рейтинг фильма. Попадание в открытый космос без специального скафандра действительно убивает, но не так зрелищно, как мы видим в фильмах.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19" name="Дата 18">
            <a:extLst>
              <a:ext uri="{FF2B5EF4-FFF2-40B4-BE49-F238E27FC236}">
                <a16:creationId xmlns:a16="http://schemas.microsoft.com/office/drawing/2014/main" id="{C1DB8175-C36B-4576-9F4C-02F5CFEA5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/>
              <a:t>08.02.20XX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04AC6251-86B6-46D0-9E3A-E833E8CC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8AB70BE-1769-45B8-85A6-0C837432C7E6}" type="slidenum">
              <a:rPr lang="ru-RU" smtClean="0"/>
              <a:pPr rtl="0"/>
              <a:t>2</a:t>
            </a:fld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8709B84-DF5A-4A65-8995-66DF2CE6DF7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775" y="704676"/>
            <a:ext cx="5991225" cy="516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83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15B94E5B-7791-42B5-8C82-EB160DA2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965" y="1"/>
            <a:ext cx="5900550" cy="2198972"/>
          </a:xfrm>
        </p:spPr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2. Венера и Земля похожи</a:t>
            </a:r>
            <a:b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</a:br>
            <a:endParaRPr lang="ru-RU" dirty="0"/>
          </a:p>
        </p:txBody>
      </p:sp>
      <p:sp>
        <p:nvSpPr>
          <p:cNvPr id="18" name="Объект 17">
            <a:extLst>
              <a:ext uri="{FF2B5EF4-FFF2-40B4-BE49-F238E27FC236}">
                <a16:creationId xmlns:a16="http://schemas.microsoft.com/office/drawing/2014/main" id="{05AA3FD2-FCF3-41C7-B011-850CF5904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4965" y="2777399"/>
            <a:ext cx="4932727" cy="3382786"/>
          </a:xfrm>
        </p:spPr>
        <p:txBody>
          <a:bodyPr>
            <a:normAutofit fontScale="70000" lnSpcReduction="20000"/>
          </a:bodyPr>
          <a:lstStyle/>
          <a:p>
            <a:pPr algn="l" fontAlgn="base"/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Когда речь заходит о космической колонизации, то кандидата на роль нового дома для человечества два: Марс либо Венера. Венеру называют сестрой Земли, но только из-за схожести этих планет по размеру, силе гравитации и составу.</a:t>
            </a:r>
          </a:p>
          <a:p>
            <a:pPr algn="l" fontAlgn="base"/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Вряд ли нам понравится жить на планете с густыми плотными облаками из серной кислоты, отражающими весь солнечный свет. Атмосфера — почти чистый углекислый газ, атмосферное давление в 92 раза выше нашего, температура на поверхности равна 477 градусам по Цельсию. Не очень дружелюбная сестра.</a:t>
            </a:r>
          </a:p>
          <a:p>
            <a:endParaRPr lang="ru-RU" dirty="0"/>
          </a:p>
        </p:txBody>
      </p:sp>
      <p:sp>
        <p:nvSpPr>
          <p:cNvPr id="14" name="Нижний колонтитул 13">
            <a:extLst>
              <a:ext uri="{FF2B5EF4-FFF2-40B4-BE49-F238E27FC236}">
                <a16:creationId xmlns:a16="http://schemas.microsoft.com/office/drawing/2014/main" id="{F2598B45-0899-4C64-A088-FE058353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dirty="0"/>
              <a:t>Образец текста нижнего колонтитула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0129EE-7785-40EC-9994-5FE1BCBC5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98973"/>
            <a:ext cx="5917035" cy="402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2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01ED9-04DB-4CDE-9061-CBB220C82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685799"/>
            <a:ext cx="4770783" cy="1705064"/>
          </a:xfrm>
        </p:spPr>
        <p:txBody>
          <a:bodyPr rtlCol="0"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3. Солнце горит</a:t>
            </a:r>
            <a:b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</a:br>
            <a:br>
              <a:rPr lang="ru-RU" dirty="0"/>
            </a:b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D140DE-8E23-437F-BA7E-F2B09AC59DB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4434" r="24434"/>
          <a:stretch>
            <a:fillRect/>
          </a:stretch>
        </p:blipFill>
        <p:spPr/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5FC34B-AEBB-4162-8BC0-9234A2B83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27140"/>
            <a:ext cx="11845255" cy="2530860"/>
          </a:xfrm>
        </p:spPr>
        <p:txBody>
          <a:bodyPr rtlCol="0">
            <a:normAutofit fontScale="85000" lnSpcReduction="10000"/>
          </a:bodyPr>
          <a:lstStyle/>
          <a:p>
            <a:pPr rtl="0"/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На самом деле оно не горит, а светится. Можно подумать, что особой разницы нет, но горение </a:t>
            </a:r>
          </a:p>
          <a:p>
            <a:pPr rtl="0"/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это химическая реакция, а свет, испускаемый Солнцем, является результатом ядерных реакций.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607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6074EFDE-BA5F-45C9-82A2-B73BB548F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7" y="919717"/>
            <a:ext cx="5761074" cy="1336922"/>
          </a:xfrm>
        </p:spPr>
        <p:txBody>
          <a:bodyPr rtlCol="0" anchor="b" anchorCtr="0"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4. Солнце жёлтое</a:t>
            </a:r>
            <a:b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</a:br>
            <a:endParaRPr lang="ru-RU" dirty="0"/>
          </a:p>
        </p:txBody>
      </p:sp>
      <p:sp>
        <p:nvSpPr>
          <p:cNvPr id="10" name="Подзаголовок 9">
            <a:extLst>
              <a:ext uri="{FF2B5EF4-FFF2-40B4-BE49-F238E27FC236}">
                <a16:creationId xmlns:a16="http://schemas.microsoft.com/office/drawing/2014/main" id="{FD6DBFEE-49C8-4A03-9DB6-00EECA975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7" y="4795284"/>
            <a:ext cx="4846673" cy="1084522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   Наше Солнце с температурой поверхности 6 тысяч градусов по Кельвину находится примерно в середине спектра и даёт чистое белое свечение.</a:t>
            </a:r>
            <a:endParaRPr lang="ru-RU" dirty="0"/>
          </a:p>
        </p:txBody>
      </p:sp>
      <p:sp>
        <p:nvSpPr>
          <p:cNvPr id="14" name="Дата 13">
            <a:extLst>
              <a:ext uri="{FF2B5EF4-FFF2-40B4-BE49-F238E27FC236}">
                <a16:creationId xmlns:a16="http://schemas.microsoft.com/office/drawing/2014/main" id="{FA7015F5-9F09-48BB-B4BE-E11F885F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/>
              <a:t>08.02.20XX</a:t>
            </a:r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3EBD2A47-3DF2-4802-95E2-3AF0635E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8AB70BE-1769-45B8-85A6-0C837432C7E6}" type="slidenum">
              <a:rPr lang="ru-RU" smtClean="0"/>
              <a:pPr rtl="0"/>
              <a:t>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278ABE-8F74-4723-8617-610E0AB5819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2491" r="324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47162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84C88-9468-43F0-84FE-87E6F8995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5. Летом Земля ближе к Солнцу</a:t>
            </a:r>
            <a:b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</a:br>
            <a:endParaRPr lang="ru-RU" dirty="0"/>
          </a:p>
        </p:txBody>
      </p:sp>
      <p:graphicFrame>
        <p:nvGraphicFramePr>
          <p:cNvPr id="7" name="Объект 3" descr="Временная шкала">
            <a:extLst>
              <a:ext uri="{FF2B5EF4-FFF2-40B4-BE49-F238E27FC236}">
                <a16:creationId xmlns:a16="http://schemas.microsoft.com/office/drawing/2014/main" id="{DCCF0814-D45B-4C2C-BB91-2CABE92699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620925"/>
              </p:ext>
            </p:extLst>
          </p:nvPr>
        </p:nvGraphicFramePr>
        <p:xfrm>
          <a:off x="854075" y="1825625"/>
          <a:ext cx="104997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DE5EC5BC-6DB7-47C7-A40F-9CD38B5F7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329" y="1558387"/>
            <a:ext cx="5905500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354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1CC7952-5A3B-4544-8F34-5F9CB848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6. Тёмная сторона Луны</a:t>
            </a:r>
            <a:b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</a:br>
            <a:endParaRPr lang="ru-RU" dirty="0"/>
          </a:p>
        </p:txBody>
      </p:sp>
      <p:sp>
        <p:nvSpPr>
          <p:cNvPr id="19" name="Объект 18">
            <a:extLst>
              <a:ext uri="{FF2B5EF4-FFF2-40B4-BE49-F238E27FC236}">
                <a16:creationId xmlns:a16="http://schemas.microsoft.com/office/drawing/2014/main" id="{91118592-A427-46CA-9497-511A784760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Тёмной стороны луны не существует, равно как и тёмной стороны Земли. Да, действительно, в результате взаимного вращения планет, луна всегда повёрнута к Земле и наблюдателям на поверхности одним и тем же полушарием. Обратите внимание: к Земле. Но не к солнцу.</a:t>
            </a: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C56F12E-599C-4023-BD8E-1DF60A0AA7D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7" y="1885688"/>
            <a:ext cx="4773889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789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924B7-710C-4A57-8CFD-02AED024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Спасибо за внимание!</a:t>
            </a:r>
          </a:p>
        </p:txBody>
      </p:sp>
      <p:pic>
        <p:nvPicPr>
          <p:cNvPr id="6" name="Рисунок 5" descr="Северное сияние ">
            <a:extLst>
              <a:ext uri="{FF2B5EF4-FFF2-40B4-BE49-F238E27FC236}">
                <a16:creationId xmlns:a16="http://schemas.microsoft.com/office/drawing/2014/main" id="{331D72FC-DA58-4C81-8A6D-2766DA418F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95A8907-8F83-4D28-A679-FA8F63B9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ru-RU" dirty="0"/>
              <a:t>Презентацию сделал</a:t>
            </a:r>
            <a:r>
              <a:rPr lang="en-US" dirty="0"/>
              <a:t>:</a:t>
            </a:r>
          </a:p>
          <a:p>
            <a:pPr rtl="0"/>
            <a:r>
              <a:rPr lang="ru-RU" dirty="0"/>
              <a:t>Никифоров Иван </a:t>
            </a:r>
          </a:p>
        </p:txBody>
      </p:sp>
    </p:spTree>
    <p:extLst>
      <p:ext uri="{BB962C8B-B14F-4D97-AF65-F5344CB8AC3E}">
        <p14:creationId xmlns:p14="http://schemas.microsoft.com/office/powerpoint/2010/main" val="1994895105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687.tgt.Office_50301528_TF89118109_Win32_OJ112196119.potx" id="{2047F5AD-01D6-4DDE-B853-C877A6A6E5B2}" vid="{D3921BE6-DB92-4B8D-984B-9E3485C2671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D36D06-4CB7-4DF0-BC60-E9BFBDAC45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61E4D0-D101-4A17-BA61-F29B2B6CFE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AB8BBB-9A18-4050-923B-7FC6E36DA49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399</Words>
  <Application>Microsoft Office PowerPoint</Application>
  <PresentationFormat>Широкоэкранный</PresentationFormat>
  <Paragraphs>25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Nova Light</vt:lpstr>
      <vt:lpstr>Calibri</vt:lpstr>
      <vt:lpstr>Helvetica</vt:lpstr>
      <vt:lpstr>Times New Roman</vt:lpstr>
      <vt:lpstr>ModOverlayVTI</vt:lpstr>
      <vt:lpstr>        6 мифов о космосе</vt:lpstr>
      <vt:lpstr>1. Человек в космосе взрывается </vt:lpstr>
      <vt:lpstr>2. Венера и Земля похожи </vt:lpstr>
      <vt:lpstr>3. Солнце горит  </vt:lpstr>
      <vt:lpstr>4. Солнце жёлтое </vt:lpstr>
      <vt:lpstr>5. Летом Земля ближе к Солнцу </vt:lpstr>
      <vt:lpstr>6. Тёмная сторона Луны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мифов о космосе</dc:title>
  <dc:creator>Иван Никифоров</dc:creator>
  <cp:lastModifiedBy>Иван Никифоров</cp:lastModifiedBy>
  <cp:revision>4</cp:revision>
  <dcterms:created xsi:type="dcterms:W3CDTF">2023-12-13T15:35:48Z</dcterms:created>
  <dcterms:modified xsi:type="dcterms:W3CDTF">2023-12-13T16:07:53Z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