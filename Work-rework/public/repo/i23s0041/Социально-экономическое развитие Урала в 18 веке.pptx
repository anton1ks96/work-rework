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5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Layouts/slideLayout36.xml" ContentType="application/vnd.openxmlformats-officedocument.presentationml.slideLayout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44.xml" ContentType="application/vnd.openxmlformats-officedocument.presentationml.slideLayout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Layouts/slideLayout25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" name="Google Shape;562;g29db665fb5e_1_55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29db665fb5e_1_55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" name="Google Shape;574;g29db665fb5e_2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29db665fb5e_2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" name="Google Shape;580;g29db665fb5e_2_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9db665fb5e_2_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" name="Google Shape;587;g29db665fb5e_2_2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9db665fb5e_2_2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" name="Google Shape;594;g29db665fb5e_2_13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9db665fb5e_2_1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D2DB5B-518A-181D-D76C-9FCA07BFB56C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E795D7-E744-C5BF-9A70-3483F72C370C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://bit.ly/2Tynxth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6347750" y="2363542"/>
            <a:ext cx="3696874" cy="364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773834">
            <a:off x="5174663" y="3339309"/>
            <a:ext cx="6063351" cy="392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/>
          <p:nvPr/>
        </p:nvPicPr>
        <p:blipFill>
          <a:blip r:embed="rId4">
            <a:alphaModFix amt="10000"/>
          </a:blip>
          <a:stretch/>
        </p:blipFill>
        <p:spPr bwMode="auto">
          <a:xfrm rot="2">
            <a:off x="320322" y="-1604954"/>
            <a:ext cx="4224734" cy="273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/>
          <p:nvPr/>
        </p:nvPicPr>
        <p:blipFill>
          <a:blip r:embed="rId4">
            <a:alphaModFix amt="10000"/>
          </a:blip>
          <a:stretch/>
        </p:blipFill>
        <p:spPr bwMode="auto">
          <a:xfrm rot="283620">
            <a:off x="2289433" y="566808"/>
            <a:ext cx="8629217" cy="5589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898052" y="-476298"/>
            <a:ext cx="2757475" cy="27154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type="ctrTitle"/>
          </p:nvPr>
        </p:nvSpPr>
        <p:spPr bwMode="auto">
          <a:xfrm>
            <a:off x="720000" y="1301025"/>
            <a:ext cx="5825400" cy="21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6" name="Google Shape;16;p2"/>
          <p:cNvSpPr txBox="1"/>
          <p:nvPr>
            <p:ph type="subTitle" idx="1"/>
          </p:nvPr>
        </p:nvSpPr>
        <p:spPr bwMode="auto">
          <a:xfrm>
            <a:off x="720000" y="3717468"/>
            <a:ext cx="43440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316686">
            <a:off x="5454197" y="-74048"/>
            <a:ext cx="6700179" cy="434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316686">
            <a:off x="-1415378" y="-2760623"/>
            <a:ext cx="6700179" cy="434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761211">
            <a:off x="2441833" y="859383"/>
            <a:ext cx="8629218" cy="55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359250" y="3109250"/>
            <a:ext cx="2931975" cy="288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5441550" y="374942"/>
            <a:ext cx="2540075" cy="2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type="title"/>
          </p:nvPr>
        </p:nvSpPr>
        <p:spPr bwMode="auto">
          <a:xfrm>
            <a:off x="720000" y="2302100"/>
            <a:ext cx="3739199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/>
          <p:nvPr>
            <p:ph type="title" idx="2" hasCustomPrompt="1"/>
          </p:nvPr>
        </p:nvSpPr>
        <p:spPr bwMode="auto">
          <a:xfrm>
            <a:off x="720000" y="1164975"/>
            <a:ext cx="12768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26" name="Google Shape;26;p3"/>
          <p:cNvSpPr txBox="1"/>
          <p:nvPr>
            <p:ph type="subTitle" idx="1"/>
          </p:nvPr>
        </p:nvSpPr>
        <p:spPr bwMode="auto">
          <a:xfrm>
            <a:off x="720000" y="3679125"/>
            <a:ext cx="3081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702945">
            <a:off x="-5180352" y="2567827"/>
            <a:ext cx="6700181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250562">
            <a:off x="6855909" y="-2193354"/>
            <a:ext cx="6700179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761209">
            <a:off x="5362333" y="3205449"/>
            <a:ext cx="4731408" cy="306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545228" y="4325609"/>
            <a:ext cx="3128274" cy="308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1378725" y="-870525"/>
            <a:ext cx="3182801" cy="31342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4"/>
          <p:cNvSpPr txBox="1"/>
          <p:nvPr>
            <p:ph type="body" idx="1"/>
          </p:nvPr>
        </p:nvSpPr>
        <p:spPr bwMode="auto">
          <a:xfrm>
            <a:off x="720000" y="1139550"/>
            <a:ext cx="7704000" cy="35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>
                <a:solidFill>
                  <a:srgbClr val="434343"/>
                </a:solidFill>
              </a:defRPr>
            </a:lvl1pPr>
            <a:lvl2pPr marL="914400" lvl="1" indent="-3048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162598">
            <a:off x="159990" y="1689681"/>
            <a:ext cx="8437370" cy="546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863722">
            <a:off x="7168659" y="-1556204"/>
            <a:ext cx="6700175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2699995">
            <a:off x="-4746728" y="3174341"/>
            <a:ext cx="6700177" cy="4340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1360675" y="-817825"/>
            <a:ext cx="2699301" cy="26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7751384" y="3862300"/>
            <a:ext cx="2699301" cy="265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5"/>
          <p:cNvSpPr txBox="1"/>
          <p:nvPr>
            <p:ph type="title" idx="2"/>
          </p:nvPr>
        </p:nvSpPr>
        <p:spPr bwMode="auto">
          <a:xfrm>
            <a:off x="1404200" y="2833053"/>
            <a:ext cx="29373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5"/>
          <p:cNvSpPr txBox="1"/>
          <p:nvPr>
            <p:ph type="title" idx="3"/>
          </p:nvPr>
        </p:nvSpPr>
        <p:spPr bwMode="auto">
          <a:xfrm>
            <a:off x="4801888" y="2833053"/>
            <a:ext cx="29379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5"/>
          <p:cNvSpPr txBox="1"/>
          <p:nvPr>
            <p:ph type="subTitle" idx="1"/>
          </p:nvPr>
        </p:nvSpPr>
        <p:spPr bwMode="auto">
          <a:xfrm>
            <a:off x="4801892" y="3312521"/>
            <a:ext cx="29379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5"/>
          <p:cNvSpPr txBox="1"/>
          <p:nvPr>
            <p:ph type="subTitle" idx="4"/>
          </p:nvPr>
        </p:nvSpPr>
        <p:spPr bwMode="auto">
          <a:xfrm>
            <a:off x="1404375" y="3312521"/>
            <a:ext cx="29373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1228105" y="4421067"/>
            <a:ext cx="3545025" cy="349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6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8087347" y="-1431907"/>
            <a:ext cx="2699301" cy="26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6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1042746">
            <a:off x="-2040990" y="-3537153"/>
            <a:ext cx="6700175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2700007">
            <a:off x="7018109" y="4361722"/>
            <a:ext cx="6700173" cy="434002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" name="Google Shape;56;p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7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8">
            <a:off x="3514600" y="-971664"/>
            <a:ext cx="8832549" cy="572125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title"/>
          </p:nvPr>
        </p:nvSpPr>
        <p:spPr bwMode="auto">
          <a:xfrm>
            <a:off x="720000" y="445025"/>
            <a:ext cx="542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7"/>
          <p:cNvSpPr txBox="1"/>
          <p:nvPr>
            <p:ph type="body" idx="1"/>
          </p:nvPr>
        </p:nvSpPr>
        <p:spPr bwMode="auto">
          <a:xfrm>
            <a:off x="720000" y="1825350"/>
            <a:ext cx="4086900" cy="25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60" name="Google Shape;60;p7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655550" y="3156925"/>
            <a:ext cx="2101000" cy="2068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5981250" y="1159200"/>
            <a:ext cx="1814400" cy="178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" name="Google Shape;63;p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171441" y="-1685482"/>
            <a:ext cx="2699301" cy="26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1233945">
            <a:off x="5998659" y="-2285177"/>
            <a:ext cx="6700173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5646800" y="4247867"/>
            <a:ext cx="3497201" cy="3443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8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2496268">
            <a:off x="-2994134" y="2439937"/>
            <a:ext cx="6353368" cy="411537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>
            <p:ph type="title"/>
          </p:nvPr>
        </p:nvSpPr>
        <p:spPr bwMode="auto">
          <a:xfrm>
            <a:off x="816900" y="1459500"/>
            <a:ext cx="7510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" name="Google Shape;70;p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9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8">
            <a:off x="1962275" y="-2775114"/>
            <a:ext cx="8832549" cy="572125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>
            <p:ph type="subTitle" idx="1"/>
          </p:nvPr>
        </p:nvSpPr>
        <p:spPr bwMode="auto">
          <a:xfrm>
            <a:off x="3681475" y="2399950"/>
            <a:ext cx="41967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>
            <a:pPr>
              <a:defRPr/>
            </a:pPr>
            <a:endParaRPr/>
          </a:p>
        </p:txBody>
      </p:sp>
      <p:sp>
        <p:nvSpPr>
          <p:cNvPr id="73" name="Google Shape;73;p9"/>
          <p:cNvSpPr txBox="1"/>
          <p:nvPr>
            <p:ph type="title"/>
          </p:nvPr>
        </p:nvSpPr>
        <p:spPr bwMode="auto">
          <a:xfrm>
            <a:off x="3681498" y="1637375"/>
            <a:ext cx="419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pPr>
              <a:defRPr/>
            </a:pPr>
            <a:endParaRPr/>
          </a:p>
        </p:txBody>
      </p:sp>
      <p:pic>
        <p:nvPicPr>
          <p:cNvPr id="74" name="Google Shape;74;p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894450" y="2342300"/>
            <a:ext cx="3744150" cy="36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1624325" y="846550"/>
            <a:ext cx="2787924" cy="274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3325389" y="2078947"/>
            <a:ext cx="3744150" cy="36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 bwMode="auto">
          <a:xfrm>
            <a:off x="2122200" y="2914850"/>
            <a:ext cx="4899600" cy="1284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79" name="Google Shape;79;p10"/>
          <p:cNvPicPr/>
          <p:nvPr/>
        </p:nvPicPr>
        <p:blipFill>
          <a:blip r:embed="rId2">
            <a:alphaModFix amt="41000"/>
          </a:blip>
          <a:stretch/>
        </p:blipFill>
        <p:spPr bwMode="auto">
          <a:xfrm rot="-1662931">
            <a:off x="6968816" y="-2060863"/>
            <a:ext cx="6353367" cy="4115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0"/>
          <p:cNvPicPr/>
          <p:nvPr/>
        </p:nvPicPr>
        <p:blipFill>
          <a:blip r:embed="rId2">
            <a:alphaModFix amt="10000"/>
          </a:blip>
          <a:stretch/>
        </p:blipFill>
        <p:spPr bwMode="auto">
          <a:xfrm rot="2495268">
            <a:off x="-3385088" y="2149509"/>
            <a:ext cx="6969777" cy="4514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5650450" y="4238090"/>
            <a:ext cx="3493550" cy="344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7326150" y="3716550"/>
            <a:ext cx="2926025" cy="288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556864" y="-1056325"/>
            <a:ext cx="2126226" cy="209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" name="Google Shape;85;p11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1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2293798" flipH="1">
            <a:off x="6166394" y="2928887"/>
            <a:ext cx="5422212" cy="351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1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1661589" flipH="1">
            <a:off x="-3240461" y="-2123358"/>
            <a:ext cx="5915946" cy="383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1590972" y="3583422"/>
            <a:ext cx="3633700" cy="357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216150" y="-1008375"/>
            <a:ext cx="2630801" cy="25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7421440" y="-818134"/>
            <a:ext cx="2630801" cy="25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type="title" hasCustomPrompt="1"/>
          </p:nvPr>
        </p:nvSpPr>
        <p:spPr bwMode="auto">
          <a:xfrm>
            <a:off x="1071000" y="1387300"/>
            <a:ext cx="67890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92" name="Google Shape;92;p11"/>
          <p:cNvSpPr txBox="1"/>
          <p:nvPr>
            <p:ph type="subTitle" idx="1"/>
          </p:nvPr>
        </p:nvSpPr>
        <p:spPr bwMode="auto">
          <a:xfrm>
            <a:off x="1071000" y="3259075"/>
            <a:ext cx="6789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type="blank" userDrawn="1">
  <p:cSld name="BLANK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able of contents" preserve="0" showMasterPhAnim="0" userDrawn="1">
  <p:cSld name="BLANK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" name="Google Shape;95;p13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693991">
            <a:off x="1464769" y="4384537"/>
            <a:ext cx="5422212" cy="351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192552">
            <a:off x="-3672213" y="-2264066"/>
            <a:ext cx="6969776" cy="4514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192552">
            <a:off x="6371511" y="-1785566"/>
            <a:ext cx="6969776" cy="4514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7263450" y="-908625"/>
            <a:ext cx="2629649" cy="258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>
            <p:ph type="title"/>
          </p:nvPr>
        </p:nvSpPr>
        <p:spPr bwMode="auto">
          <a:xfrm>
            <a:off x="2003325" y="1514275"/>
            <a:ext cx="247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01" name="Google Shape;101;p13"/>
          <p:cNvSpPr txBox="1"/>
          <p:nvPr>
            <p:ph type="subTitle" idx="1"/>
          </p:nvPr>
        </p:nvSpPr>
        <p:spPr bwMode="auto">
          <a:xfrm>
            <a:off x="2003325" y="2041970"/>
            <a:ext cx="2479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" name="Google Shape;102;p13"/>
          <p:cNvSpPr txBox="1"/>
          <p:nvPr>
            <p:ph type="title" idx="2"/>
          </p:nvPr>
        </p:nvSpPr>
        <p:spPr bwMode="auto">
          <a:xfrm>
            <a:off x="5856674" y="1514275"/>
            <a:ext cx="247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03" name="Google Shape;103;p13"/>
          <p:cNvSpPr txBox="1"/>
          <p:nvPr>
            <p:ph type="subTitle" idx="3"/>
          </p:nvPr>
        </p:nvSpPr>
        <p:spPr bwMode="auto">
          <a:xfrm>
            <a:off x="5856676" y="2041970"/>
            <a:ext cx="2479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" name="Google Shape;104;p13"/>
          <p:cNvSpPr txBox="1"/>
          <p:nvPr>
            <p:ph type="title" idx="4"/>
          </p:nvPr>
        </p:nvSpPr>
        <p:spPr bwMode="auto">
          <a:xfrm>
            <a:off x="2003325" y="3024923"/>
            <a:ext cx="247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05" name="Google Shape;105;p13"/>
          <p:cNvSpPr txBox="1"/>
          <p:nvPr>
            <p:ph type="subTitle" idx="5"/>
          </p:nvPr>
        </p:nvSpPr>
        <p:spPr bwMode="auto">
          <a:xfrm>
            <a:off x="2003325" y="3552630"/>
            <a:ext cx="2479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" name="Google Shape;106;p13"/>
          <p:cNvSpPr txBox="1"/>
          <p:nvPr>
            <p:ph type="title" idx="6"/>
          </p:nvPr>
        </p:nvSpPr>
        <p:spPr bwMode="auto">
          <a:xfrm>
            <a:off x="5856674" y="3024923"/>
            <a:ext cx="2479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07" name="Google Shape;107;p13"/>
          <p:cNvSpPr txBox="1"/>
          <p:nvPr>
            <p:ph type="subTitle" idx="7"/>
          </p:nvPr>
        </p:nvSpPr>
        <p:spPr bwMode="auto">
          <a:xfrm>
            <a:off x="5856676" y="3552630"/>
            <a:ext cx="2479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" name="Google Shape;108;p13"/>
          <p:cNvSpPr txBox="1"/>
          <p:nvPr>
            <p:ph type="title" idx="8" hasCustomPrompt="1"/>
          </p:nvPr>
        </p:nvSpPr>
        <p:spPr bwMode="auto">
          <a:xfrm>
            <a:off x="807825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09" name="Google Shape;109;p13"/>
          <p:cNvSpPr txBox="1"/>
          <p:nvPr>
            <p:ph type="title" idx="9" hasCustomPrompt="1"/>
          </p:nvPr>
        </p:nvSpPr>
        <p:spPr bwMode="auto">
          <a:xfrm>
            <a:off x="807825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10" name="Google Shape;110;p13"/>
          <p:cNvSpPr txBox="1"/>
          <p:nvPr>
            <p:ph type="title" idx="13" hasCustomPrompt="1"/>
          </p:nvPr>
        </p:nvSpPr>
        <p:spPr bwMode="auto">
          <a:xfrm>
            <a:off x="4699313" y="12845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11" name="Google Shape;111;p13"/>
          <p:cNvSpPr txBox="1"/>
          <p:nvPr>
            <p:ph type="title" idx="14" hasCustomPrompt="1"/>
          </p:nvPr>
        </p:nvSpPr>
        <p:spPr bwMode="auto">
          <a:xfrm>
            <a:off x="4699313" y="2764034"/>
            <a:ext cx="10482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12" name="Google Shape;112;p13"/>
          <p:cNvSpPr txBox="1"/>
          <p:nvPr>
            <p:ph type="title" idx="15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able of contents 1" preserve="0" showMasterPhAnim="0" userDrawn="1">
  <p:cSld name="BLANK_1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" name="Google Shape;114;p14"/>
          <p:cNvPicPr/>
          <p:nvPr/>
        </p:nvPicPr>
        <p:blipFill>
          <a:blip r:embed="rId2">
            <a:alphaModFix/>
          </a:blip>
          <a:stretch/>
        </p:blipFill>
        <p:spPr bwMode="auto"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10106008" flipH="1">
            <a:off x="5496169" y="-2724263"/>
            <a:ext cx="5422212" cy="351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>
            <p:ph type="title"/>
          </p:nvPr>
        </p:nvSpPr>
        <p:spPr bwMode="auto">
          <a:xfrm>
            <a:off x="1927126" y="1283357"/>
            <a:ext cx="2479500" cy="395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17" name="Google Shape;117;p14"/>
          <p:cNvSpPr txBox="1"/>
          <p:nvPr>
            <p:ph type="subTitle" idx="1"/>
          </p:nvPr>
        </p:nvSpPr>
        <p:spPr bwMode="auto">
          <a:xfrm>
            <a:off x="1927125" y="1678829"/>
            <a:ext cx="247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" name="Google Shape;118;p14"/>
          <p:cNvSpPr txBox="1"/>
          <p:nvPr>
            <p:ph type="title" idx="2"/>
          </p:nvPr>
        </p:nvSpPr>
        <p:spPr bwMode="auto">
          <a:xfrm>
            <a:off x="5780473" y="1283357"/>
            <a:ext cx="2479500" cy="395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19" name="Google Shape;119;p14"/>
          <p:cNvSpPr txBox="1"/>
          <p:nvPr>
            <p:ph type="subTitle" idx="3"/>
          </p:nvPr>
        </p:nvSpPr>
        <p:spPr bwMode="auto">
          <a:xfrm>
            <a:off x="5780475" y="1678829"/>
            <a:ext cx="247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" name="Google Shape;120;p14"/>
          <p:cNvSpPr txBox="1"/>
          <p:nvPr>
            <p:ph type="title" idx="4"/>
          </p:nvPr>
        </p:nvSpPr>
        <p:spPr bwMode="auto">
          <a:xfrm>
            <a:off x="1927126" y="2392165"/>
            <a:ext cx="2479500" cy="395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21" name="Google Shape;121;p14"/>
          <p:cNvSpPr txBox="1"/>
          <p:nvPr>
            <p:ph type="subTitle" idx="5"/>
          </p:nvPr>
        </p:nvSpPr>
        <p:spPr bwMode="auto">
          <a:xfrm>
            <a:off x="1927125" y="2787657"/>
            <a:ext cx="247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" name="Google Shape;122;p14"/>
          <p:cNvSpPr txBox="1"/>
          <p:nvPr>
            <p:ph type="title" idx="6"/>
          </p:nvPr>
        </p:nvSpPr>
        <p:spPr bwMode="auto">
          <a:xfrm>
            <a:off x="5780473" y="2392165"/>
            <a:ext cx="2479500" cy="395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23" name="Google Shape;123;p14"/>
          <p:cNvSpPr txBox="1"/>
          <p:nvPr>
            <p:ph type="subTitle" idx="7"/>
          </p:nvPr>
        </p:nvSpPr>
        <p:spPr bwMode="auto">
          <a:xfrm>
            <a:off x="5780475" y="2787657"/>
            <a:ext cx="247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" name="Google Shape;124;p14"/>
          <p:cNvSpPr txBox="1"/>
          <p:nvPr>
            <p:ph type="title" idx="8" hasCustomPrompt="1"/>
          </p:nvPr>
        </p:nvSpPr>
        <p:spPr bwMode="auto">
          <a:xfrm>
            <a:off x="884025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25" name="Google Shape;125;p14"/>
          <p:cNvSpPr txBox="1"/>
          <p:nvPr>
            <p:ph type="title" idx="9" hasCustomPrompt="1"/>
          </p:nvPr>
        </p:nvSpPr>
        <p:spPr bwMode="auto">
          <a:xfrm>
            <a:off x="884025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26" name="Google Shape;126;p14"/>
          <p:cNvSpPr txBox="1"/>
          <p:nvPr>
            <p:ph type="title" idx="13" hasCustomPrompt="1"/>
          </p:nvPr>
        </p:nvSpPr>
        <p:spPr bwMode="auto">
          <a:xfrm>
            <a:off x="4734200" y="1448300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27" name="Google Shape;127;p14"/>
          <p:cNvSpPr txBox="1"/>
          <p:nvPr>
            <p:ph type="title" idx="14" hasCustomPrompt="1"/>
          </p:nvPr>
        </p:nvSpPr>
        <p:spPr bwMode="auto">
          <a:xfrm>
            <a:off x="4734200" y="2557101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28" name="Google Shape;128;p14"/>
          <p:cNvSpPr txBox="1"/>
          <p:nvPr>
            <p:ph type="title" idx="15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" name="Google Shape;129;p14"/>
          <p:cNvSpPr txBox="1"/>
          <p:nvPr>
            <p:ph type="title" idx="16"/>
          </p:nvPr>
        </p:nvSpPr>
        <p:spPr bwMode="auto">
          <a:xfrm>
            <a:off x="1927126" y="3500990"/>
            <a:ext cx="2479500" cy="395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30" name="Google Shape;130;p14"/>
          <p:cNvSpPr txBox="1"/>
          <p:nvPr>
            <p:ph type="subTitle" idx="17"/>
          </p:nvPr>
        </p:nvSpPr>
        <p:spPr bwMode="auto">
          <a:xfrm>
            <a:off x="1927125" y="3896483"/>
            <a:ext cx="247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" name="Google Shape;131;p14"/>
          <p:cNvSpPr txBox="1"/>
          <p:nvPr>
            <p:ph type="title" idx="18"/>
          </p:nvPr>
        </p:nvSpPr>
        <p:spPr bwMode="auto">
          <a:xfrm>
            <a:off x="5780473" y="3500990"/>
            <a:ext cx="2479500" cy="395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32" name="Google Shape;132;p14"/>
          <p:cNvSpPr txBox="1"/>
          <p:nvPr>
            <p:ph type="subTitle" idx="19"/>
          </p:nvPr>
        </p:nvSpPr>
        <p:spPr bwMode="auto">
          <a:xfrm>
            <a:off x="5780475" y="3896483"/>
            <a:ext cx="247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" name="Google Shape;133;p14"/>
          <p:cNvSpPr txBox="1"/>
          <p:nvPr>
            <p:ph type="title" idx="20" hasCustomPrompt="1"/>
          </p:nvPr>
        </p:nvSpPr>
        <p:spPr bwMode="auto">
          <a:xfrm>
            <a:off x="884025" y="3665925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34" name="Google Shape;134;p14"/>
          <p:cNvSpPr txBox="1"/>
          <p:nvPr>
            <p:ph type="title" idx="21" hasCustomPrompt="1"/>
          </p:nvPr>
        </p:nvSpPr>
        <p:spPr bwMode="auto">
          <a:xfrm>
            <a:off x="4734200" y="3665925"/>
            <a:ext cx="10482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Quote" preserve="0" showMasterPhAnim="0" userDrawn="1">
  <p:cSld name="BLANK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" name="Google Shape;136;p15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961501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6404042" y="3216074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1251575">
            <a:off x="6568494" y="-2463416"/>
            <a:ext cx="6463288" cy="4186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2162573">
            <a:off x="-3047496" y="3075492"/>
            <a:ext cx="5967840" cy="386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/>
          <p:cNvPicPr/>
          <p:nvPr/>
        </p:nvPicPr>
        <p:blipFill>
          <a:blip r:embed="rId4">
            <a:alphaModFix amt="10000"/>
          </a:blip>
          <a:stretch/>
        </p:blipFill>
        <p:spPr bwMode="auto">
          <a:xfrm rot="192551">
            <a:off x="1509934" y="-3561813"/>
            <a:ext cx="8910555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>
            <p:ph type="title"/>
          </p:nvPr>
        </p:nvSpPr>
        <p:spPr bwMode="auto">
          <a:xfrm>
            <a:off x="2391900" y="3640013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43" name="Google Shape;143;p15"/>
          <p:cNvSpPr txBox="1"/>
          <p:nvPr>
            <p:ph type="subTitle" idx="1"/>
          </p:nvPr>
        </p:nvSpPr>
        <p:spPr bwMode="auto">
          <a:xfrm>
            <a:off x="1571900" y="1453575"/>
            <a:ext cx="6000300" cy="17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 1" preserve="0" showMasterPhAnim="0" userDrawn="1">
  <p:cSld name="SECTION_HEADER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136180">
            <a:off x="-4014720" y="-1268998"/>
            <a:ext cx="6073816" cy="393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192551">
            <a:off x="-80253" y="569262"/>
            <a:ext cx="8910555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>
            <p:ph type="title"/>
          </p:nvPr>
        </p:nvSpPr>
        <p:spPr bwMode="auto">
          <a:xfrm>
            <a:off x="4586325" y="2302100"/>
            <a:ext cx="3739199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49" name="Google Shape;149;p16"/>
          <p:cNvSpPr txBox="1"/>
          <p:nvPr>
            <p:ph type="title" idx="2" hasCustomPrompt="1"/>
          </p:nvPr>
        </p:nvSpPr>
        <p:spPr bwMode="auto">
          <a:xfrm>
            <a:off x="6562700" y="1241175"/>
            <a:ext cx="17628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50" name="Google Shape;150;p16"/>
          <p:cNvSpPr txBox="1"/>
          <p:nvPr>
            <p:ph type="subTitle" idx="1"/>
          </p:nvPr>
        </p:nvSpPr>
        <p:spPr bwMode="auto">
          <a:xfrm>
            <a:off x="5244525" y="3679125"/>
            <a:ext cx="3081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 2" preserve="0" showMasterPhAnim="0" userDrawn="1">
  <p:cSld name="SECTION_HEADER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1518493">
            <a:off x="6417701" y="-2563773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2228383">
            <a:off x="-3220550" y="3008378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404042" y="3216074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961501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192551">
            <a:off x="1509934" y="-3561813"/>
            <a:ext cx="8910555" cy="5771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1088215">
            <a:off x="2726309" y="4234513"/>
            <a:ext cx="8910557" cy="577177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 bwMode="auto">
          <a:xfrm>
            <a:off x="994912" y="2302100"/>
            <a:ext cx="45300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60" name="Google Shape;160;p17"/>
          <p:cNvSpPr txBox="1"/>
          <p:nvPr>
            <p:ph type="title" idx="2" hasCustomPrompt="1"/>
          </p:nvPr>
        </p:nvSpPr>
        <p:spPr bwMode="auto">
          <a:xfrm>
            <a:off x="2494438" y="1164975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61" name="Google Shape;161;p17"/>
          <p:cNvSpPr txBox="1"/>
          <p:nvPr>
            <p:ph type="subTitle" idx="1"/>
          </p:nvPr>
        </p:nvSpPr>
        <p:spPr bwMode="auto">
          <a:xfrm>
            <a:off x="1719388" y="3679125"/>
            <a:ext cx="3081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 3" preserve="0" showMasterPhAnim="0" userDrawn="1">
  <p:cSld name="SECTION_HEADER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/>
          <p:nvPr/>
        </p:nvPicPr>
        <p:blipFill>
          <a:blip r:embed="rId2">
            <a:alphaModFix/>
          </a:blip>
          <a:stretch/>
        </p:blipFill>
        <p:spPr bwMode="auto"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1798717" flipH="1">
            <a:off x="-3607626" y="-2568271"/>
            <a:ext cx="6350276" cy="411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2014539" flipH="1">
            <a:off x="6097879" y="3066417"/>
            <a:ext cx="6189991" cy="400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889296" y="3232597"/>
            <a:ext cx="3640043" cy="35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7473796" y="-445259"/>
            <a:ext cx="2629649" cy="258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>
            <p:ph type="title"/>
          </p:nvPr>
        </p:nvSpPr>
        <p:spPr bwMode="auto">
          <a:xfrm>
            <a:off x="3842675" y="2428325"/>
            <a:ext cx="45300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69" name="Google Shape;169;p18"/>
          <p:cNvSpPr txBox="1"/>
          <p:nvPr>
            <p:ph type="title" idx="2" hasCustomPrompt="1"/>
          </p:nvPr>
        </p:nvSpPr>
        <p:spPr bwMode="auto">
          <a:xfrm>
            <a:off x="5342188" y="1291200"/>
            <a:ext cx="15309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70" name="Google Shape;170;p18"/>
          <p:cNvSpPr txBox="1"/>
          <p:nvPr>
            <p:ph type="subTitle" idx="1"/>
          </p:nvPr>
        </p:nvSpPr>
        <p:spPr bwMode="auto">
          <a:xfrm>
            <a:off x="4567138" y="3370325"/>
            <a:ext cx="3081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" preserve="0" showMasterPhAnim="0" userDrawn="1">
  <p:cSld name="ONE_COLUMN_TEXT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" name="Google Shape;172;p1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129462">
            <a:off x="3839879" y="-2796082"/>
            <a:ext cx="8314291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411325" y="746075"/>
            <a:ext cx="1951151" cy="192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-302705">
            <a:off x="-203096" y="2387369"/>
            <a:ext cx="8314292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206750" y="2850725"/>
            <a:ext cx="2005799" cy="197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>
            <p:ph type="title"/>
          </p:nvPr>
        </p:nvSpPr>
        <p:spPr bwMode="auto">
          <a:xfrm>
            <a:off x="1991650" y="1375650"/>
            <a:ext cx="5183700" cy="17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" name="Google Shape;178;p19"/>
          <p:cNvSpPr txBox="1"/>
          <p:nvPr>
            <p:ph type="subTitle" idx="1"/>
          </p:nvPr>
        </p:nvSpPr>
        <p:spPr bwMode="auto">
          <a:xfrm>
            <a:off x="2009650" y="3187900"/>
            <a:ext cx="5147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79" name="Google Shape;179;p19"/>
          <p:cNvCxnSpPr>
            <a:cxnSpLocks/>
          </p:cNvCxnSpPr>
          <p:nvPr/>
        </p:nvCxnSpPr>
        <p:spPr bwMode="auto">
          <a:xfrm>
            <a:off x="3433300" y="3011075"/>
            <a:ext cx="230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1" preserve="0" showMasterPhAnim="0" userDrawn="1">
  <p:cSld name="ONE_COLUMN_TEXT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" name="Google Shape;181;p20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" name="Google Shape;183;p20"/>
          <p:cNvSpPr txBox="1"/>
          <p:nvPr>
            <p:ph type="body" idx="1"/>
          </p:nvPr>
        </p:nvSpPr>
        <p:spPr bwMode="auto">
          <a:xfrm>
            <a:off x="720000" y="1215750"/>
            <a:ext cx="5207400" cy="33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1pPr>
            <a:lvl2pPr marL="914400" lvl="1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84" name="Google Shape;184;p20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823646">
            <a:off x="5486110" y="4365867"/>
            <a:ext cx="5590380" cy="3621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8" preserve="0" showMasterPhAnim="0" userDrawn="1">
  <p:cSld name="ONE_COLUMN_TEXT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" name="Google Shape;186;p21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-302705">
            <a:off x="3469179" y="-983456"/>
            <a:ext cx="8314292" cy="538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8">
            <a:off x="5218824" y="301509"/>
            <a:ext cx="6376274" cy="413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645500" y="3137075"/>
            <a:ext cx="2123851" cy="209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333558">
            <a:off x="-268451" y="3969935"/>
            <a:ext cx="6376274" cy="4130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>
            <p:ph type="body" idx="1"/>
          </p:nvPr>
        </p:nvSpPr>
        <p:spPr bwMode="auto">
          <a:xfrm>
            <a:off x="720000" y="1901250"/>
            <a:ext cx="3571500" cy="21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2" name="Google Shape;192;p21"/>
          <p:cNvSpPr txBox="1"/>
          <p:nvPr>
            <p:ph type="title"/>
          </p:nvPr>
        </p:nvSpPr>
        <p:spPr bwMode="auto">
          <a:xfrm>
            <a:off x="720000" y="445025"/>
            <a:ext cx="4739100" cy="11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 3" preserve="0" showMasterPhAnim="0" userDrawn="1">
  <p:cSld name="TITLE_AND_TWO_COLUMNS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" name="Google Shape;194;p22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785722">
            <a:off x="6313773" y="-1918065"/>
            <a:ext cx="6376272" cy="413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1281509">
            <a:off x="-3810027" y="2565110"/>
            <a:ext cx="6376272" cy="413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196750" y="2827325"/>
            <a:ext cx="2023575" cy="199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377445" y="707362"/>
            <a:ext cx="2023575" cy="199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5363424" y="356302"/>
            <a:ext cx="1515426" cy="1492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>
            <p:ph type="title"/>
          </p:nvPr>
        </p:nvSpPr>
        <p:spPr bwMode="auto">
          <a:xfrm>
            <a:off x="720000" y="445025"/>
            <a:ext cx="4903200" cy="11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" name="Google Shape;201;p22"/>
          <p:cNvSpPr txBox="1"/>
          <p:nvPr>
            <p:ph type="title" idx="2"/>
          </p:nvPr>
        </p:nvSpPr>
        <p:spPr bwMode="auto">
          <a:xfrm>
            <a:off x="4539150" y="1738110"/>
            <a:ext cx="28131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" name="Google Shape;202;p22"/>
          <p:cNvSpPr txBox="1"/>
          <p:nvPr>
            <p:ph type="title" idx="3"/>
          </p:nvPr>
        </p:nvSpPr>
        <p:spPr bwMode="auto">
          <a:xfrm>
            <a:off x="4538925" y="3217859"/>
            <a:ext cx="28134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" name="Google Shape;203;p22"/>
          <p:cNvSpPr txBox="1"/>
          <p:nvPr>
            <p:ph type="subTitle" idx="1"/>
          </p:nvPr>
        </p:nvSpPr>
        <p:spPr bwMode="auto">
          <a:xfrm>
            <a:off x="4538925" y="3988035"/>
            <a:ext cx="281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204" name="Google Shape;204;p22"/>
          <p:cNvSpPr txBox="1"/>
          <p:nvPr>
            <p:ph type="subTitle" idx="4"/>
          </p:nvPr>
        </p:nvSpPr>
        <p:spPr bwMode="auto">
          <a:xfrm>
            <a:off x="4539300" y="2508084"/>
            <a:ext cx="281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 4" preserve="0" showMasterPhAnim="0" userDrawn="1">
  <p:cSld name="ONE_COLUMN_TEXT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" name="Google Shape;206;p23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5049292" y="3338169"/>
            <a:ext cx="3803100" cy="374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7751551" y="117694"/>
            <a:ext cx="3803100" cy="374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691525" y="-1315950"/>
            <a:ext cx="2717650" cy="26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3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1013010" flipH="1">
            <a:off x="5904996" y="2618760"/>
            <a:ext cx="6376272" cy="413023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" name="Google Shape;212;p23"/>
          <p:cNvSpPr txBox="1"/>
          <p:nvPr>
            <p:ph type="body" idx="1"/>
          </p:nvPr>
        </p:nvSpPr>
        <p:spPr bwMode="auto">
          <a:xfrm>
            <a:off x="720000" y="1732225"/>
            <a:ext cx="3803100" cy="28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" name="Google Shape;213;p23"/>
          <p:cNvSpPr txBox="1"/>
          <p:nvPr>
            <p:ph type="body" idx="2"/>
          </p:nvPr>
        </p:nvSpPr>
        <p:spPr bwMode="auto">
          <a:xfrm>
            <a:off x="4620953" y="1732225"/>
            <a:ext cx="3803100" cy="28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" name="Google Shape;214;p23"/>
          <p:cNvSpPr txBox="1"/>
          <p:nvPr>
            <p:ph type="subTitle" idx="3"/>
          </p:nvPr>
        </p:nvSpPr>
        <p:spPr bwMode="auto">
          <a:xfrm>
            <a:off x="720000" y="1221325"/>
            <a:ext cx="77040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" preserve="0" showMasterPhAnim="0" userDrawn="1">
  <p:cSld name="CUSTOM_6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6" name="Google Shape;216;p24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1519425" y="3665350"/>
            <a:ext cx="2889751" cy="284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7572126" y="-933674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1290889">
            <a:off x="-4501079" y="-1825966"/>
            <a:ext cx="6376270" cy="413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730118">
            <a:off x="6349350" y="4011064"/>
            <a:ext cx="5560051" cy="360152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2" name="Google Shape;222;p24"/>
          <p:cNvSpPr txBox="1"/>
          <p:nvPr>
            <p:ph type="title" idx="2"/>
          </p:nvPr>
        </p:nvSpPr>
        <p:spPr bwMode="auto">
          <a:xfrm>
            <a:off x="1090100" y="271238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23" name="Google Shape;223;p24"/>
          <p:cNvSpPr txBox="1"/>
          <p:nvPr>
            <p:ph type="subTitle" idx="1"/>
          </p:nvPr>
        </p:nvSpPr>
        <p:spPr bwMode="auto">
          <a:xfrm>
            <a:off x="1090100" y="316530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4" name="Google Shape;224;p24"/>
          <p:cNvSpPr txBox="1"/>
          <p:nvPr>
            <p:ph type="title" idx="3"/>
          </p:nvPr>
        </p:nvSpPr>
        <p:spPr bwMode="auto">
          <a:xfrm>
            <a:off x="3484423" y="271238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25" name="Google Shape;225;p24"/>
          <p:cNvSpPr txBox="1"/>
          <p:nvPr>
            <p:ph type="subTitle" idx="4"/>
          </p:nvPr>
        </p:nvSpPr>
        <p:spPr bwMode="auto">
          <a:xfrm>
            <a:off x="3484420" y="316530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6" name="Google Shape;226;p24"/>
          <p:cNvSpPr txBox="1"/>
          <p:nvPr>
            <p:ph type="title" idx="5"/>
          </p:nvPr>
        </p:nvSpPr>
        <p:spPr bwMode="auto">
          <a:xfrm>
            <a:off x="5878746" y="2712387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27" name="Google Shape;227;p24"/>
          <p:cNvSpPr txBox="1"/>
          <p:nvPr>
            <p:ph type="subTitle" idx="6"/>
          </p:nvPr>
        </p:nvSpPr>
        <p:spPr bwMode="auto">
          <a:xfrm>
            <a:off x="5878749" y="316530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four columns" preserve="0" showMasterPhAnim="0" userDrawn="1">
  <p:cSld name="CUSTOM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9" name="Google Shape;229;p25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1" name="Google Shape;231;p25"/>
          <p:cNvSpPr txBox="1"/>
          <p:nvPr>
            <p:ph type="title" idx="2"/>
          </p:nvPr>
        </p:nvSpPr>
        <p:spPr bwMode="auto">
          <a:xfrm>
            <a:off x="1967949" y="1674725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32" name="Google Shape;232;p25"/>
          <p:cNvSpPr txBox="1"/>
          <p:nvPr>
            <p:ph type="subTitle" idx="1"/>
          </p:nvPr>
        </p:nvSpPr>
        <p:spPr bwMode="auto">
          <a:xfrm>
            <a:off x="1967949" y="2136725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3" name="Google Shape;233;p25"/>
          <p:cNvSpPr txBox="1"/>
          <p:nvPr>
            <p:ph type="title" idx="3"/>
          </p:nvPr>
        </p:nvSpPr>
        <p:spPr bwMode="auto">
          <a:xfrm>
            <a:off x="4969552" y="1674725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34" name="Google Shape;234;p25"/>
          <p:cNvSpPr txBox="1"/>
          <p:nvPr>
            <p:ph type="subTitle" idx="4"/>
          </p:nvPr>
        </p:nvSpPr>
        <p:spPr bwMode="auto">
          <a:xfrm>
            <a:off x="4969552" y="2136725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5" name="Google Shape;235;p25"/>
          <p:cNvSpPr txBox="1"/>
          <p:nvPr>
            <p:ph type="title" idx="5"/>
          </p:nvPr>
        </p:nvSpPr>
        <p:spPr bwMode="auto">
          <a:xfrm>
            <a:off x="1967949" y="3108124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36" name="Google Shape;236;p25"/>
          <p:cNvSpPr txBox="1"/>
          <p:nvPr>
            <p:ph type="subTitle" idx="6"/>
          </p:nvPr>
        </p:nvSpPr>
        <p:spPr bwMode="auto">
          <a:xfrm>
            <a:off x="1967949" y="3570200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7" name="Google Shape;237;p25"/>
          <p:cNvSpPr txBox="1"/>
          <p:nvPr>
            <p:ph type="title" idx="7"/>
          </p:nvPr>
        </p:nvSpPr>
        <p:spPr bwMode="auto">
          <a:xfrm>
            <a:off x="4969552" y="3108124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38" name="Google Shape;238;p25"/>
          <p:cNvSpPr txBox="1"/>
          <p:nvPr>
            <p:ph type="subTitle" idx="8"/>
          </p:nvPr>
        </p:nvSpPr>
        <p:spPr bwMode="auto">
          <a:xfrm>
            <a:off x="4969552" y="3570200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239" name="Google Shape;239;p2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1016834" y="-1006503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6617329" y="4557388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730118">
            <a:off x="-3694400" y="4172751"/>
            <a:ext cx="5560051" cy="360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730118">
            <a:off x="7310850" y="-2269861"/>
            <a:ext cx="5560051" cy="3601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four columns 1" preserve="0" showMasterPhAnim="0" userDrawn="1">
  <p:cSld name="CUSTOM_5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4" name="Google Shape;244;p26"/>
          <p:cNvPicPr/>
          <p:nvPr/>
        </p:nvPicPr>
        <p:blipFill>
          <a:blip r:embed="rId2">
            <a:alphaModFix/>
          </a:blip>
          <a:stretch/>
        </p:blipFill>
        <p:spPr bwMode="auto"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730118" flipH="1">
            <a:off x="-3810225" y="-2269861"/>
            <a:ext cx="5560051" cy="360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/>
          <p:cNvPicPr/>
          <p:nvPr/>
        </p:nvPicPr>
        <p:blipFill>
          <a:blip r:embed="rId4">
            <a:alphaModFix/>
          </a:blip>
          <a:stretch/>
        </p:blipFill>
        <p:spPr bwMode="auto">
          <a:xfrm flipH="1">
            <a:off x="7403295" y="-1006503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6"/>
          <p:cNvPicPr/>
          <p:nvPr/>
        </p:nvPicPr>
        <p:blipFill>
          <a:blip r:embed="rId4">
            <a:alphaModFix/>
          </a:blip>
          <a:stretch/>
        </p:blipFill>
        <p:spPr bwMode="auto">
          <a:xfrm flipH="1">
            <a:off x="-230868" y="4557388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6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730118" flipH="1">
            <a:off x="7232284" y="4172751"/>
            <a:ext cx="5560051" cy="360152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>
            <p:ph type="title"/>
          </p:nvPr>
        </p:nvSpPr>
        <p:spPr bwMode="auto">
          <a:xfrm>
            <a:off x="1276225" y="445025"/>
            <a:ext cx="6591600" cy="12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0" name="Google Shape;250;p26"/>
          <p:cNvSpPr txBox="1"/>
          <p:nvPr>
            <p:ph type="title" idx="2"/>
          </p:nvPr>
        </p:nvSpPr>
        <p:spPr bwMode="auto">
          <a:xfrm>
            <a:off x="945925" y="1979525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51" name="Google Shape;251;p26"/>
          <p:cNvSpPr txBox="1"/>
          <p:nvPr>
            <p:ph type="subTitle" idx="1"/>
          </p:nvPr>
        </p:nvSpPr>
        <p:spPr bwMode="auto">
          <a:xfrm>
            <a:off x="945925" y="2441525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2" name="Google Shape;252;p26"/>
          <p:cNvSpPr txBox="1"/>
          <p:nvPr>
            <p:ph type="title" idx="3"/>
          </p:nvPr>
        </p:nvSpPr>
        <p:spPr bwMode="auto">
          <a:xfrm>
            <a:off x="5991552" y="1979525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53" name="Google Shape;253;p26"/>
          <p:cNvSpPr txBox="1"/>
          <p:nvPr>
            <p:ph type="subTitle" idx="4"/>
          </p:nvPr>
        </p:nvSpPr>
        <p:spPr bwMode="auto">
          <a:xfrm>
            <a:off x="5991552" y="2441525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4" name="Google Shape;254;p26"/>
          <p:cNvSpPr txBox="1"/>
          <p:nvPr>
            <p:ph type="title" idx="5"/>
          </p:nvPr>
        </p:nvSpPr>
        <p:spPr bwMode="auto">
          <a:xfrm>
            <a:off x="945925" y="3336724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55" name="Google Shape;255;p26"/>
          <p:cNvSpPr txBox="1"/>
          <p:nvPr>
            <p:ph type="subTitle" idx="6"/>
          </p:nvPr>
        </p:nvSpPr>
        <p:spPr bwMode="auto">
          <a:xfrm>
            <a:off x="945925" y="3798800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6" name="Google Shape;256;p26"/>
          <p:cNvSpPr txBox="1"/>
          <p:nvPr>
            <p:ph type="title" idx="7"/>
          </p:nvPr>
        </p:nvSpPr>
        <p:spPr bwMode="auto">
          <a:xfrm>
            <a:off x="5991552" y="3336724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57" name="Google Shape;257;p26"/>
          <p:cNvSpPr txBox="1"/>
          <p:nvPr>
            <p:ph type="subTitle" idx="8"/>
          </p:nvPr>
        </p:nvSpPr>
        <p:spPr bwMode="auto">
          <a:xfrm>
            <a:off x="5991552" y="3798800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four columns 2" preserve="0" showMasterPhAnim="0" userDrawn="1">
  <p:cSld name="CUSTOM_5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9" name="Google Shape;259;p27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1016834" y="-1006503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6617329" y="4557388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730118">
            <a:off x="-3694400" y="4172751"/>
            <a:ext cx="5560051" cy="360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730118">
            <a:off x="7310850" y="-2269861"/>
            <a:ext cx="5560051" cy="360152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5" name="Google Shape;265;p27"/>
          <p:cNvSpPr txBox="1"/>
          <p:nvPr>
            <p:ph type="title" idx="2"/>
          </p:nvPr>
        </p:nvSpPr>
        <p:spPr bwMode="auto">
          <a:xfrm>
            <a:off x="2157275" y="1598525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66" name="Google Shape;266;p27"/>
          <p:cNvSpPr txBox="1"/>
          <p:nvPr>
            <p:ph type="subTitle" idx="1"/>
          </p:nvPr>
        </p:nvSpPr>
        <p:spPr bwMode="auto">
          <a:xfrm>
            <a:off x="2157275" y="2060525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7" name="Google Shape;267;p27"/>
          <p:cNvSpPr txBox="1"/>
          <p:nvPr>
            <p:ph type="title" idx="3"/>
          </p:nvPr>
        </p:nvSpPr>
        <p:spPr bwMode="auto">
          <a:xfrm>
            <a:off x="4780210" y="1598525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68" name="Google Shape;268;p27"/>
          <p:cNvSpPr txBox="1"/>
          <p:nvPr>
            <p:ph type="subTitle" idx="4"/>
          </p:nvPr>
        </p:nvSpPr>
        <p:spPr bwMode="auto">
          <a:xfrm>
            <a:off x="4780210" y="2060525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9" name="Google Shape;269;p27"/>
          <p:cNvSpPr txBox="1"/>
          <p:nvPr>
            <p:ph type="title" idx="5"/>
          </p:nvPr>
        </p:nvSpPr>
        <p:spPr bwMode="auto">
          <a:xfrm>
            <a:off x="2157275" y="3108124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70" name="Google Shape;270;p27"/>
          <p:cNvSpPr txBox="1"/>
          <p:nvPr>
            <p:ph type="subTitle" idx="6"/>
          </p:nvPr>
        </p:nvSpPr>
        <p:spPr bwMode="auto">
          <a:xfrm>
            <a:off x="2157275" y="3570200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1" name="Google Shape;271;p27"/>
          <p:cNvSpPr txBox="1"/>
          <p:nvPr>
            <p:ph type="title" idx="7"/>
          </p:nvPr>
        </p:nvSpPr>
        <p:spPr bwMode="auto">
          <a:xfrm>
            <a:off x="4780210" y="3108124"/>
            <a:ext cx="220650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72" name="Google Shape;272;p27"/>
          <p:cNvSpPr txBox="1"/>
          <p:nvPr>
            <p:ph type="subTitle" idx="8"/>
          </p:nvPr>
        </p:nvSpPr>
        <p:spPr bwMode="auto">
          <a:xfrm>
            <a:off x="4780210" y="3570200"/>
            <a:ext cx="2206500" cy="6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four columns 3" preserve="0" showMasterPhAnim="0" userDrawn="1">
  <p:cSld name="CUSTOM_5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4" name="Google Shape;274;p2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1016834" y="-1006503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6617329" y="4557388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8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730118">
            <a:off x="-3694400" y="4172751"/>
            <a:ext cx="5560051" cy="360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8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730118">
            <a:off x="7310850" y="-2269861"/>
            <a:ext cx="5560051" cy="360152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 txBox="1"/>
          <p:nvPr>
            <p:ph type="title"/>
          </p:nvPr>
        </p:nvSpPr>
        <p:spPr bwMode="auto">
          <a:xfrm>
            <a:off x="720000" y="445025"/>
            <a:ext cx="6659100" cy="11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0" name="Google Shape;280;p28"/>
          <p:cNvSpPr txBox="1"/>
          <p:nvPr>
            <p:ph type="title" idx="2"/>
          </p:nvPr>
        </p:nvSpPr>
        <p:spPr bwMode="auto">
          <a:xfrm>
            <a:off x="1143370" y="1906550"/>
            <a:ext cx="3308400" cy="3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81" name="Google Shape;281;p28"/>
          <p:cNvSpPr txBox="1"/>
          <p:nvPr>
            <p:ph type="subTitle" idx="1"/>
          </p:nvPr>
        </p:nvSpPr>
        <p:spPr bwMode="auto">
          <a:xfrm>
            <a:off x="1143370" y="2287907"/>
            <a:ext cx="3308400" cy="7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2" name="Google Shape;282;p28"/>
          <p:cNvSpPr txBox="1"/>
          <p:nvPr>
            <p:ph type="title" idx="3"/>
          </p:nvPr>
        </p:nvSpPr>
        <p:spPr bwMode="auto">
          <a:xfrm>
            <a:off x="4858996" y="1906550"/>
            <a:ext cx="3308400" cy="3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83" name="Google Shape;283;p28"/>
          <p:cNvSpPr txBox="1"/>
          <p:nvPr>
            <p:ph type="subTitle" idx="4"/>
          </p:nvPr>
        </p:nvSpPr>
        <p:spPr bwMode="auto">
          <a:xfrm>
            <a:off x="4858997" y="2287906"/>
            <a:ext cx="3308400" cy="7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4" name="Google Shape;284;p28"/>
          <p:cNvSpPr txBox="1"/>
          <p:nvPr>
            <p:ph type="title" idx="5"/>
          </p:nvPr>
        </p:nvSpPr>
        <p:spPr bwMode="auto">
          <a:xfrm>
            <a:off x="1143299" y="3223984"/>
            <a:ext cx="3308400" cy="3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85" name="Google Shape;285;p28"/>
          <p:cNvSpPr txBox="1"/>
          <p:nvPr>
            <p:ph type="subTitle" idx="6"/>
          </p:nvPr>
        </p:nvSpPr>
        <p:spPr bwMode="auto">
          <a:xfrm>
            <a:off x="1143299" y="3605403"/>
            <a:ext cx="3308400" cy="7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6" name="Google Shape;286;p28"/>
          <p:cNvSpPr txBox="1"/>
          <p:nvPr>
            <p:ph type="title" idx="7"/>
          </p:nvPr>
        </p:nvSpPr>
        <p:spPr bwMode="auto">
          <a:xfrm>
            <a:off x="4858925" y="3223982"/>
            <a:ext cx="3308400" cy="3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87" name="Google Shape;287;p28"/>
          <p:cNvSpPr txBox="1"/>
          <p:nvPr>
            <p:ph type="subTitle" idx="8"/>
          </p:nvPr>
        </p:nvSpPr>
        <p:spPr bwMode="auto">
          <a:xfrm>
            <a:off x="4858926" y="3605400"/>
            <a:ext cx="3308400" cy="7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five columns" preserve="0" showMasterPhAnim="0" userDrawn="1">
  <p:cSld name="CUSTOM_7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1051942">
            <a:off x="-5322354" y="-1117115"/>
            <a:ext cx="6783782" cy="4394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523555">
            <a:off x="7961871" y="374647"/>
            <a:ext cx="6783781" cy="4394203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9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3" name="Google Shape;293;p29"/>
          <p:cNvSpPr txBox="1"/>
          <p:nvPr>
            <p:ph type="title" idx="2"/>
          </p:nvPr>
        </p:nvSpPr>
        <p:spPr bwMode="auto">
          <a:xfrm>
            <a:off x="2340035" y="1963255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94" name="Google Shape;294;p29"/>
          <p:cNvSpPr txBox="1"/>
          <p:nvPr>
            <p:ph type="subTitle" idx="1"/>
          </p:nvPr>
        </p:nvSpPr>
        <p:spPr bwMode="auto">
          <a:xfrm>
            <a:off x="2340035" y="237517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5" name="Google Shape;295;p29"/>
          <p:cNvSpPr txBox="1"/>
          <p:nvPr>
            <p:ph type="title" idx="3"/>
          </p:nvPr>
        </p:nvSpPr>
        <p:spPr bwMode="auto">
          <a:xfrm>
            <a:off x="1101175" y="3671852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96" name="Google Shape;296;p29"/>
          <p:cNvSpPr txBox="1"/>
          <p:nvPr>
            <p:ph type="subTitle" idx="4"/>
          </p:nvPr>
        </p:nvSpPr>
        <p:spPr bwMode="auto">
          <a:xfrm>
            <a:off x="1101175" y="408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7" name="Google Shape;297;p29"/>
          <p:cNvSpPr txBox="1"/>
          <p:nvPr>
            <p:ph type="title" idx="5"/>
          </p:nvPr>
        </p:nvSpPr>
        <p:spPr bwMode="auto">
          <a:xfrm>
            <a:off x="3578947" y="3671852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298" name="Google Shape;298;p29"/>
          <p:cNvSpPr txBox="1"/>
          <p:nvPr>
            <p:ph type="subTitle" idx="6"/>
          </p:nvPr>
        </p:nvSpPr>
        <p:spPr bwMode="auto">
          <a:xfrm>
            <a:off x="3578947" y="408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9" name="Google Shape;299;p29"/>
          <p:cNvSpPr txBox="1"/>
          <p:nvPr>
            <p:ph type="title" idx="7"/>
          </p:nvPr>
        </p:nvSpPr>
        <p:spPr bwMode="auto">
          <a:xfrm>
            <a:off x="4817863" y="1963255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00" name="Google Shape;300;p29"/>
          <p:cNvSpPr txBox="1"/>
          <p:nvPr>
            <p:ph type="subTitle" idx="8"/>
          </p:nvPr>
        </p:nvSpPr>
        <p:spPr bwMode="auto">
          <a:xfrm>
            <a:off x="4817863" y="2375178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1" name="Google Shape;301;p29"/>
          <p:cNvSpPr txBox="1"/>
          <p:nvPr>
            <p:ph type="title" idx="9"/>
          </p:nvPr>
        </p:nvSpPr>
        <p:spPr bwMode="auto">
          <a:xfrm>
            <a:off x="6056776" y="3671852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02" name="Google Shape;302;p29"/>
          <p:cNvSpPr txBox="1"/>
          <p:nvPr>
            <p:ph type="subTitle" idx="13"/>
          </p:nvPr>
        </p:nvSpPr>
        <p:spPr bwMode="auto">
          <a:xfrm>
            <a:off x="6056776" y="408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303" name="Google Shape;303;p2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1364349" y="-819897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8042775" y="3403273"/>
            <a:ext cx="3968174" cy="390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six columns" preserve="0" showMasterPhAnim="0" userDrawn="1">
  <p:cSld name="CUSTOM_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1364349" y="-819897"/>
            <a:ext cx="2711474" cy="267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8042775" y="3403273"/>
            <a:ext cx="3968174" cy="390757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0" name="Google Shape;310;p30"/>
          <p:cNvSpPr txBox="1"/>
          <p:nvPr>
            <p:ph type="title" idx="2"/>
          </p:nvPr>
        </p:nvSpPr>
        <p:spPr bwMode="auto">
          <a:xfrm>
            <a:off x="1101175" y="1908092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11" name="Google Shape;311;p30"/>
          <p:cNvSpPr txBox="1"/>
          <p:nvPr>
            <p:ph type="subTitle" idx="1"/>
          </p:nvPr>
        </p:nvSpPr>
        <p:spPr bwMode="auto">
          <a:xfrm>
            <a:off x="1101175" y="232001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2" name="Google Shape;312;p30"/>
          <p:cNvSpPr txBox="1"/>
          <p:nvPr>
            <p:ph type="title" idx="3"/>
          </p:nvPr>
        </p:nvSpPr>
        <p:spPr bwMode="auto">
          <a:xfrm>
            <a:off x="3578947" y="1908092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13" name="Google Shape;313;p30"/>
          <p:cNvSpPr txBox="1"/>
          <p:nvPr>
            <p:ph type="subTitle" idx="4"/>
          </p:nvPr>
        </p:nvSpPr>
        <p:spPr bwMode="auto">
          <a:xfrm>
            <a:off x="3578947" y="232001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4" name="Google Shape;314;p30"/>
          <p:cNvSpPr txBox="1"/>
          <p:nvPr>
            <p:ph type="title" idx="5"/>
          </p:nvPr>
        </p:nvSpPr>
        <p:spPr bwMode="auto">
          <a:xfrm>
            <a:off x="1101175" y="3692889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15" name="Google Shape;315;p30"/>
          <p:cNvSpPr txBox="1"/>
          <p:nvPr>
            <p:ph type="subTitle" idx="6"/>
          </p:nvPr>
        </p:nvSpPr>
        <p:spPr bwMode="auto">
          <a:xfrm>
            <a:off x="1101175" y="4104812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6" name="Google Shape;316;p30"/>
          <p:cNvSpPr txBox="1"/>
          <p:nvPr>
            <p:ph type="title" idx="7"/>
          </p:nvPr>
        </p:nvSpPr>
        <p:spPr bwMode="auto">
          <a:xfrm>
            <a:off x="3578947" y="3692889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17" name="Google Shape;317;p30"/>
          <p:cNvSpPr txBox="1"/>
          <p:nvPr>
            <p:ph type="subTitle" idx="8"/>
          </p:nvPr>
        </p:nvSpPr>
        <p:spPr bwMode="auto">
          <a:xfrm>
            <a:off x="3578947" y="4104812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8" name="Google Shape;318;p30"/>
          <p:cNvSpPr txBox="1"/>
          <p:nvPr>
            <p:ph type="title" idx="9"/>
          </p:nvPr>
        </p:nvSpPr>
        <p:spPr bwMode="auto">
          <a:xfrm>
            <a:off x="6056776" y="1908092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19" name="Google Shape;319;p30"/>
          <p:cNvSpPr txBox="1"/>
          <p:nvPr>
            <p:ph type="subTitle" idx="13"/>
          </p:nvPr>
        </p:nvSpPr>
        <p:spPr bwMode="auto">
          <a:xfrm>
            <a:off x="6056776" y="232001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0" name="Google Shape;320;p30"/>
          <p:cNvSpPr txBox="1"/>
          <p:nvPr>
            <p:ph type="title" idx="14"/>
          </p:nvPr>
        </p:nvSpPr>
        <p:spPr bwMode="auto">
          <a:xfrm>
            <a:off x="6056776" y="3692889"/>
            <a:ext cx="1986000" cy="4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21" name="Google Shape;321;p30"/>
          <p:cNvSpPr txBox="1"/>
          <p:nvPr>
            <p:ph type="subTitle" idx="15"/>
          </p:nvPr>
        </p:nvSpPr>
        <p:spPr bwMode="auto">
          <a:xfrm>
            <a:off x="6056776" y="4104812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seven columns" preserve="0" showMasterPhAnim="0" userDrawn="1">
  <p:cSld name="CUSTOM_7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3" name="Google Shape;323;p31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1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242111">
            <a:off x="1416931" y="4426756"/>
            <a:ext cx="6635464" cy="4298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1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242111">
            <a:off x="7727981" y="-1025594"/>
            <a:ext cx="6635464" cy="4298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1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706078">
            <a:off x="-5141794" y="-1721744"/>
            <a:ext cx="6635465" cy="4298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1531675" y="-962209"/>
            <a:ext cx="2881800" cy="2837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8060975" y="3360700"/>
            <a:ext cx="3912451" cy="38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0" name="Google Shape;330;p31"/>
          <p:cNvSpPr txBox="1"/>
          <p:nvPr>
            <p:ph type="title" idx="2"/>
          </p:nvPr>
        </p:nvSpPr>
        <p:spPr bwMode="auto">
          <a:xfrm>
            <a:off x="948600" y="1952988"/>
            <a:ext cx="2261400" cy="3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31" name="Google Shape;331;p31"/>
          <p:cNvSpPr txBox="1"/>
          <p:nvPr>
            <p:ph type="subTitle" idx="1"/>
          </p:nvPr>
        </p:nvSpPr>
        <p:spPr bwMode="auto">
          <a:xfrm>
            <a:off x="948600" y="2279010"/>
            <a:ext cx="2261400" cy="3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2" name="Google Shape;332;p31"/>
          <p:cNvSpPr txBox="1"/>
          <p:nvPr>
            <p:ph type="title" idx="3"/>
          </p:nvPr>
        </p:nvSpPr>
        <p:spPr bwMode="auto">
          <a:xfrm>
            <a:off x="3441305" y="2436401"/>
            <a:ext cx="2261400" cy="3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33" name="Google Shape;333;p31"/>
          <p:cNvSpPr txBox="1"/>
          <p:nvPr>
            <p:ph type="subTitle" idx="4"/>
          </p:nvPr>
        </p:nvSpPr>
        <p:spPr bwMode="auto">
          <a:xfrm>
            <a:off x="3441305" y="2762423"/>
            <a:ext cx="2261400" cy="3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4" name="Google Shape;334;p31"/>
          <p:cNvSpPr txBox="1"/>
          <p:nvPr>
            <p:ph type="title" idx="5"/>
          </p:nvPr>
        </p:nvSpPr>
        <p:spPr bwMode="auto">
          <a:xfrm>
            <a:off x="948600" y="3017211"/>
            <a:ext cx="2261400" cy="3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35" name="Google Shape;335;p31"/>
          <p:cNvSpPr txBox="1"/>
          <p:nvPr>
            <p:ph type="subTitle" idx="6"/>
          </p:nvPr>
        </p:nvSpPr>
        <p:spPr bwMode="auto">
          <a:xfrm>
            <a:off x="948600" y="3343234"/>
            <a:ext cx="2261400" cy="3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6" name="Google Shape;336;p31"/>
          <p:cNvSpPr txBox="1"/>
          <p:nvPr>
            <p:ph type="title" idx="7"/>
          </p:nvPr>
        </p:nvSpPr>
        <p:spPr bwMode="auto">
          <a:xfrm>
            <a:off x="3441305" y="3500624"/>
            <a:ext cx="2261400" cy="3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37" name="Google Shape;337;p31"/>
          <p:cNvSpPr txBox="1"/>
          <p:nvPr>
            <p:ph type="subTitle" idx="8"/>
          </p:nvPr>
        </p:nvSpPr>
        <p:spPr bwMode="auto">
          <a:xfrm>
            <a:off x="3441305" y="3826647"/>
            <a:ext cx="2261400" cy="3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8" name="Google Shape;338;p31"/>
          <p:cNvSpPr txBox="1"/>
          <p:nvPr>
            <p:ph type="title" idx="9"/>
          </p:nvPr>
        </p:nvSpPr>
        <p:spPr bwMode="auto">
          <a:xfrm>
            <a:off x="5934000" y="1952988"/>
            <a:ext cx="2261400" cy="3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39" name="Google Shape;339;p31"/>
          <p:cNvSpPr txBox="1"/>
          <p:nvPr>
            <p:ph type="subTitle" idx="13"/>
          </p:nvPr>
        </p:nvSpPr>
        <p:spPr bwMode="auto">
          <a:xfrm>
            <a:off x="5934000" y="2279010"/>
            <a:ext cx="2261400" cy="3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0" name="Google Shape;340;p31"/>
          <p:cNvSpPr txBox="1"/>
          <p:nvPr>
            <p:ph type="title" idx="14"/>
          </p:nvPr>
        </p:nvSpPr>
        <p:spPr bwMode="auto">
          <a:xfrm>
            <a:off x="5934000" y="3017211"/>
            <a:ext cx="2261400" cy="3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41" name="Google Shape;341;p31"/>
          <p:cNvSpPr txBox="1"/>
          <p:nvPr>
            <p:ph type="subTitle" idx="15"/>
          </p:nvPr>
        </p:nvSpPr>
        <p:spPr bwMode="auto">
          <a:xfrm>
            <a:off x="5934000" y="3343234"/>
            <a:ext cx="2261400" cy="3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2" name="Google Shape;342;p31"/>
          <p:cNvSpPr txBox="1"/>
          <p:nvPr>
            <p:ph type="title" idx="16"/>
          </p:nvPr>
        </p:nvSpPr>
        <p:spPr bwMode="auto">
          <a:xfrm>
            <a:off x="3441305" y="1372175"/>
            <a:ext cx="2261400" cy="3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343" name="Google Shape;343;p31"/>
          <p:cNvSpPr txBox="1"/>
          <p:nvPr>
            <p:ph type="subTitle" idx="17"/>
          </p:nvPr>
        </p:nvSpPr>
        <p:spPr bwMode="auto">
          <a:xfrm>
            <a:off x="3441305" y="1698197"/>
            <a:ext cx="2261400" cy="3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7" preserve="0" showMasterPhAnim="0" userDrawn="1">
  <p:cSld name="SECTION_TITLE_AND_DESCRIPTION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5" name="Google Shape;345;p32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2"/>
          <p:cNvSpPr txBox="1"/>
          <p:nvPr>
            <p:ph type="title"/>
          </p:nvPr>
        </p:nvSpPr>
        <p:spPr bwMode="auto">
          <a:xfrm>
            <a:off x="632350" y="1093625"/>
            <a:ext cx="3964199" cy="20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347" name="Google Shape;347;p32"/>
          <p:cNvSpPr txBox="1"/>
          <p:nvPr>
            <p:ph type="subTitle" idx="1"/>
          </p:nvPr>
        </p:nvSpPr>
        <p:spPr bwMode="auto">
          <a:xfrm>
            <a:off x="632350" y="3302563"/>
            <a:ext cx="3964199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8" name="Google Shape;348;p32"/>
          <p:cNvSpPr/>
          <p:nvPr/>
        </p:nvSpPr>
        <p:spPr bwMode="auto">
          <a:xfrm flipH="1">
            <a:off x="5580314" y="-573975"/>
            <a:ext cx="13624" cy="17719"/>
          </a:xfrm>
          <a:custGeom>
            <a:avLst/>
            <a:gdLst/>
            <a:ahLst/>
            <a:cxnLst/>
            <a:rect l="l" t="t" r="r" b="b"/>
            <a:pathLst>
              <a:path w="366" h="476" fill="none" stroke="1" extrusionOk="0">
                <a:moveTo>
                  <a:pt x="292" y="476"/>
                </a:moveTo>
                <a:lnTo>
                  <a:pt x="292" y="476"/>
                </a:lnTo>
                <a:lnTo>
                  <a:pt x="110" y="439"/>
                </a:lnTo>
                <a:lnTo>
                  <a:pt x="37" y="439"/>
                </a:lnTo>
                <a:lnTo>
                  <a:pt x="0" y="403"/>
                </a:lnTo>
                <a:lnTo>
                  <a:pt x="0" y="403"/>
                </a:lnTo>
                <a:lnTo>
                  <a:pt x="0" y="256"/>
                </a:lnTo>
                <a:lnTo>
                  <a:pt x="37" y="147"/>
                </a:lnTo>
                <a:lnTo>
                  <a:pt x="183" y="74"/>
                </a:lnTo>
                <a:lnTo>
                  <a:pt x="366" y="1"/>
                </a:lnTo>
                <a:lnTo>
                  <a:pt x="366" y="1"/>
                </a:lnTo>
                <a:lnTo>
                  <a:pt x="292" y="476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9" name="Google Shape;349;p32"/>
          <p:cNvSpPr/>
          <p:nvPr/>
        </p:nvSpPr>
        <p:spPr bwMode="auto">
          <a:xfrm flipH="1">
            <a:off x="5229282" y="-993054"/>
            <a:ext cx="85729" cy="43590"/>
          </a:xfrm>
          <a:custGeom>
            <a:avLst/>
            <a:gdLst/>
            <a:ahLst/>
            <a:cxnLst/>
            <a:rect l="l" t="t" r="r" b="b"/>
            <a:pathLst>
              <a:path w="2303" h="1171" fill="none" stroke="1" extrusionOk="0">
                <a:moveTo>
                  <a:pt x="439" y="1170"/>
                </a:moveTo>
                <a:lnTo>
                  <a:pt x="439" y="1170"/>
                </a:lnTo>
                <a:lnTo>
                  <a:pt x="219" y="1134"/>
                </a:lnTo>
                <a:lnTo>
                  <a:pt x="0" y="1061"/>
                </a:lnTo>
                <a:lnTo>
                  <a:pt x="0" y="1061"/>
                </a:lnTo>
                <a:lnTo>
                  <a:pt x="329" y="732"/>
                </a:lnTo>
                <a:lnTo>
                  <a:pt x="621" y="476"/>
                </a:lnTo>
                <a:lnTo>
                  <a:pt x="621" y="476"/>
                </a:lnTo>
                <a:lnTo>
                  <a:pt x="950" y="257"/>
                </a:lnTo>
                <a:lnTo>
                  <a:pt x="1316" y="1"/>
                </a:lnTo>
                <a:lnTo>
                  <a:pt x="1316" y="1"/>
                </a:lnTo>
                <a:lnTo>
                  <a:pt x="2303" y="476"/>
                </a:lnTo>
                <a:lnTo>
                  <a:pt x="2303" y="476"/>
                </a:lnTo>
                <a:lnTo>
                  <a:pt x="1206" y="914"/>
                </a:lnTo>
                <a:lnTo>
                  <a:pt x="1206" y="914"/>
                </a:lnTo>
                <a:lnTo>
                  <a:pt x="841" y="1061"/>
                </a:lnTo>
                <a:lnTo>
                  <a:pt x="658" y="1134"/>
                </a:lnTo>
                <a:lnTo>
                  <a:pt x="439" y="1170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0" name="Google Shape;350;p32"/>
          <p:cNvSpPr/>
          <p:nvPr/>
        </p:nvSpPr>
        <p:spPr bwMode="auto">
          <a:xfrm flipH="1">
            <a:off x="5256493" y="-1195781"/>
            <a:ext cx="92541" cy="63990"/>
          </a:xfrm>
          <a:custGeom>
            <a:avLst/>
            <a:gdLst/>
            <a:ahLst/>
            <a:cxnLst/>
            <a:rect l="l" t="t" r="r" b="b"/>
            <a:pathLst>
              <a:path w="2486" h="1719" fill="none" stroke="1" extrusionOk="0">
                <a:moveTo>
                  <a:pt x="0" y="1718"/>
                </a:moveTo>
                <a:lnTo>
                  <a:pt x="0" y="1718"/>
                </a:lnTo>
                <a:lnTo>
                  <a:pt x="73" y="1499"/>
                </a:lnTo>
                <a:lnTo>
                  <a:pt x="147" y="1316"/>
                </a:lnTo>
                <a:lnTo>
                  <a:pt x="293" y="1170"/>
                </a:lnTo>
                <a:lnTo>
                  <a:pt x="439" y="1061"/>
                </a:lnTo>
                <a:lnTo>
                  <a:pt x="731" y="878"/>
                </a:lnTo>
                <a:lnTo>
                  <a:pt x="878" y="805"/>
                </a:lnTo>
                <a:lnTo>
                  <a:pt x="1024" y="695"/>
                </a:lnTo>
                <a:lnTo>
                  <a:pt x="1024" y="695"/>
                </a:lnTo>
                <a:lnTo>
                  <a:pt x="768" y="403"/>
                </a:lnTo>
                <a:lnTo>
                  <a:pt x="768" y="403"/>
                </a:lnTo>
                <a:lnTo>
                  <a:pt x="987" y="220"/>
                </a:lnTo>
                <a:lnTo>
                  <a:pt x="1170" y="74"/>
                </a:lnTo>
                <a:lnTo>
                  <a:pt x="1316" y="37"/>
                </a:lnTo>
                <a:lnTo>
                  <a:pt x="1535" y="1"/>
                </a:lnTo>
                <a:lnTo>
                  <a:pt x="1535" y="1"/>
                </a:lnTo>
                <a:lnTo>
                  <a:pt x="1974" y="37"/>
                </a:lnTo>
                <a:lnTo>
                  <a:pt x="1974" y="37"/>
                </a:lnTo>
                <a:lnTo>
                  <a:pt x="1755" y="476"/>
                </a:lnTo>
                <a:lnTo>
                  <a:pt x="1755" y="476"/>
                </a:lnTo>
                <a:lnTo>
                  <a:pt x="2486" y="951"/>
                </a:lnTo>
                <a:lnTo>
                  <a:pt x="2486" y="951"/>
                </a:lnTo>
                <a:lnTo>
                  <a:pt x="2230" y="1316"/>
                </a:lnTo>
                <a:lnTo>
                  <a:pt x="2230" y="1316"/>
                </a:lnTo>
                <a:lnTo>
                  <a:pt x="2011" y="1280"/>
                </a:lnTo>
                <a:lnTo>
                  <a:pt x="1755" y="1280"/>
                </a:lnTo>
                <a:lnTo>
                  <a:pt x="1755" y="1280"/>
                </a:lnTo>
                <a:lnTo>
                  <a:pt x="1316" y="1316"/>
                </a:lnTo>
                <a:lnTo>
                  <a:pt x="878" y="1426"/>
                </a:lnTo>
                <a:lnTo>
                  <a:pt x="439" y="1536"/>
                </a:lnTo>
                <a:lnTo>
                  <a:pt x="0" y="1718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1" name="Google Shape;351;p32"/>
          <p:cNvSpPr/>
          <p:nvPr/>
        </p:nvSpPr>
        <p:spPr bwMode="auto">
          <a:xfrm flipH="1">
            <a:off x="5980333" y="-984865"/>
            <a:ext cx="54460" cy="48988"/>
          </a:xfrm>
          <a:custGeom>
            <a:avLst/>
            <a:gdLst/>
            <a:ahLst/>
            <a:cxnLst/>
            <a:rect l="l" t="t" r="r" b="b"/>
            <a:pathLst>
              <a:path w="1463" h="1316" fill="norm" stroke="1" extrusionOk="0">
                <a:moveTo>
                  <a:pt x="1462" y="0"/>
                </a:moveTo>
                <a:lnTo>
                  <a:pt x="439" y="475"/>
                </a:lnTo>
                <a:lnTo>
                  <a:pt x="147" y="621"/>
                </a:lnTo>
                <a:lnTo>
                  <a:pt x="74" y="694"/>
                </a:lnTo>
                <a:lnTo>
                  <a:pt x="37" y="768"/>
                </a:lnTo>
                <a:lnTo>
                  <a:pt x="0" y="877"/>
                </a:lnTo>
                <a:lnTo>
                  <a:pt x="0" y="987"/>
                </a:lnTo>
                <a:lnTo>
                  <a:pt x="74" y="1316"/>
                </a:lnTo>
                <a:lnTo>
                  <a:pt x="402" y="1279"/>
                </a:lnTo>
                <a:lnTo>
                  <a:pt x="658" y="1206"/>
                </a:lnTo>
                <a:lnTo>
                  <a:pt x="878" y="1097"/>
                </a:lnTo>
                <a:lnTo>
                  <a:pt x="1060" y="950"/>
                </a:lnTo>
                <a:lnTo>
                  <a:pt x="1207" y="768"/>
                </a:lnTo>
                <a:lnTo>
                  <a:pt x="1316" y="548"/>
                </a:lnTo>
                <a:lnTo>
                  <a:pt x="1426" y="292"/>
                </a:lnTo>
                <a:lnTo>
                  <a:pt x="1462" y="0"/>
                </a:ln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2" name="Google Shape;352;p32"/>
          <p:cNvSpPr/>
          <p:nvPr/>
        </p:nvSpPr>
        <p:spPr bwMode="auto">
          <a:xfrm flipH="1">
            <a:off x="5980333" y="-984865"/>
            <a:ext cx="54460" cy="48988"/>
          </a:xfrm>
          <a:custGeom>
            <a:avLst/>
            <a:gdLst/>
            <a:ahLst/>
            <a:cxnLst/>
            <a:rect l="l" t="t" r="r" b="b"/>
            <a:pathLst>
              <a:path w="1463" h="1316" fill="none" stroke="1" extrusionOk="0">
                <a:moveTo>
                  <a:pt x="1462" y="0"/>
                </a:moveTo>
                <a:lnTo>
                  <a:pt x="1462" y="0"/>
                </a:lnTo>
                <a:lnTo>
                  <a:pt x="439" y="475"/>
                </a:lnTo>
                <a:lnTo>
                  <a:pt x="439" y="475"/>
                </a:lnTo>
                <a:lnTo>
                  <a:pt x="147" y="621"/>
                </a:lnTo>
                <a:lnTo>
                  <a:pt x="74" y="694"/>
                </a:lnTo>
                <a:lnTo>
                  <a:pt x="37" y="768"/>
                </a:lnTo>
                <a:lnTo>
                  <a:pt x="0" y="877"/>
                </a:lnTo>
                <a:lnTo>
                  <a:pt x="0" y="987"/>
                </a:lnTo>
                <a:lnTo>
                  <a:pt x="74" y="1316"/>
                </a:lnTo>
                <a:lnTo>
                  <a:pt x="74" y="1316"/>
                </a:lnTo>
                <a:lnTo>
                  <a:pt x="402" y="1279"/>
                </a:lnTo>
                <a:lnTo>
                  <a:pt x="658" y="1206"/>
                </a:lnTo>
                <a:lnTo>
                  <a:pt x="878" y="1097"/>
                </a:lnTo>
                <a:lnTo>
                  <a:pt x="1060" y="950"/>
                </a:lnTo>
                <a:lnTo>
                  <a:pt x="1207" y="768"/>
                </a:lnTo>
                <a:lnTo>
                  <a:pt x="1316" y="548"/>
                </a:lnTo>
                <a:lnTo>
                  <a:pt x="1426" y="292"/>
                </a:lnTo>
                <a:lnTo>
                  <a:pt x="1462" y="0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3" name="Google Shape;353;p32"/>
          <p:cNvSpPr/>
          <p:nvPr/>
        </p:nvSpPr>
        <p:spPr bwMode="auto">
          <a:xfrm flipH="1">
            <a:off x="5686442" y="-761738"/>
            <a:ext cx="21814" cy="55838"/>
          </a:xfrm>
          <a:custGeom>
            <a:avLst/>
            <a:gdLst/>
            <a:ahLst/>
            <a:cxnLst/>
            <a:rect l="l" t="t" r="r" b="b"/>
            <a:pathLst>
              <a:path w="586" h="1500" fill="norm" stroke="1" extrusionOk="0">
                <a:moveTo>
                  <a:pt x="257" y="0"/>
                </a:moveTo>
                <a:lnTo>
                  <a:pt x="37" y="37"/>
                </a:lnTo>
                <a:lnTo>
                  <a:pt x="1" y="439"/>
                </a:lnTo>
                <a:lnTo>
                  <a:pt x="1" y="805"/>
                </a:lnTo>
                <a:lnTo>
                  <a:pt x="37" y="1170"/>
                </a:lnTo>
                <a:lnTo>
                  <a:pt x="147" y="1499"/>
                </a:lnTo>
                <a:lnTo>
                  <a:pt x="220" y="1316"/>
                </a:lnTo>
                <a:lnTo>
                  <a:pt x="293" y="1170"/>
                </a:lnTo>
                <a:lnTo>
                  <a:pt x="476" y="805"/>
                </a:lnTo>
                <a:lnTo>
                  <a:pt x="549" y="622"/>
                </a:lnTo>
                <a:lnTo>
                  <a:pt x="586" y="439"/>
                </a:lnTo>
                <a:lnTo>
                  <a:pt x="586" y="256"/>
                </a:lnTo>
                <a:lnTo>
                  <a:pt x="512" y="37"/>
                </a:lnTo>
                <a:lnTo>
                  <a:pt x="293" y="0"/>
                </a:ln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4" name="Google Shape;354;p32"/>
          <p:cNvSpPr/>
          <p:nvPr/>
        </p:nvSpPr>
        <p:spPr bwMode="auto">
          <a:xfrm flipH="1">
            <a:off x="5686442" y="-761738"/>
            <a:ext cx="21814" cy="55838"/>
          </a:xfrm>
          <a:custGeom>
            <a:avLst/>
            <a:gdLst/>
            <a:ahLst/>
            <a:cxnLst/>
            <a:rect l="l" t="t" r="r" b="b"/>
            <a:pathLst>
              <a:path w="586" h="1500" fill="none" stroke="1" extrusionOk="0">
                <a:moveTo>
                  <a:pt x="257" y="0"/>
                </a:moveTo>
                <a:lnTo>
                  <a:pt x="257" y="0"/>
                </a:lnTo>
                <a:lnTo>
                  <a:pt x="37" y="37"/>
                </a:lnTo>
                <a:lnTo>
                  <a:pt x="37" y="37"/>
                </a:lnTo>
                <a:lnTo>
                  <a:pt x="1" y="439"/>
                </a:lnTo>
                <a:lnTo>
                  <a:pt x="1" y="805"/>
                </a:lnTo>
                <a:lnTo>
                  <a:pt x="37" y="1170"/>
                </a:lnTo>
                <a:lnTo>
                  <a:pt x="147" y="1499"/>
                </a:lnTo>
                <a:lnTo>
                  <a:pt x="147" y="1499"/>
                </a:lnTo>
                <a:lnTo>
                  <a:pt x="220" y="1316"/>
                </a:lnTo>
                <a:lnTo>
                  <a:pt x="293" y="1170"/>
                </a:lnTo>
                <a:lnTo>
                  <a:pt x="476" y="805"/>
                </a:lnTo>
                <a:lnTo>
                  <a:pt x="549" y="622"/>
                </a:lnTo>
                <a:lnTo>
                  <a:pt x="586" y="439"/>
                </a:lnTo>
                <a:lnTo>
                  <a:pt x="586" y="256"/>
                </a:lnTo>
                <a:lnTo>
                  <a:pt x="512" y="37"/>
                </a:lnTo>
                <a:lnTo>
                  <a:pt x="512" y="37"/>
                </a:lnTo>
                <a:lnTo>
                  <a:pt x="293" y="0"/>
                </a:lnTo>
                <a:lnTo>
                  <a:pt x="293" y="0"/>
                </a:lnTo>
                <a:lnTo>
                  <a:pt x="257" y="0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5" name="Google Shape;355;p32"/>
          <p:cNvSpPr/>
          <p:nvPr/>
        </p:nvSpPr>
        <p:spPr bwMode="auto">
          <a:xfrm flipH="1">
            <a:off x="6144980" y="-1285568"/>
            <a:ext cx="43553" cy="32684"/>
          </a:xfrm>
          <a:custGeom>
            <a:avLst/>
            <a:gdLst/>
            <a:ahLst/>
            <a:cxnLst/>
            <a:rect l="l" t="t" r="r" b="b"/>
            <a:pathLst>
              <a:path w="1170" h="878" fill="norm" stroke="1" extrusionOk="0">
                <a:moveTo>
                  <a:pt x="548" y="0"/>
                </a:moveTo>
                <a:lnTo>
                  <a:pt x="293" y="37"/>
                </a:lnTo>
                <a:lnTo>
                  <a:pt x="0" y="183"/>
                </a:lnTo>
                <a:lnTo>
                  <a:pt x="110" y="256"/>
                </a:lnTo>
                <a:lnTo>
                  <a:pt x="219" y="366"/>
                </a:lnTo>
                <a:lnTo>
                  <a:pt x="402" y="585"/>
                </a:lnTo>
                <a:lnTo>
                  <a:pt x="512" y="695"/>
                </a:lnTo>
                <a:lnTo>
                  <a:pt x="585" y="804"/>
                </a:lnTo>
                <a:lnTo>
                  <a:pt x="731" y="841"/>
                </a:lnTo>
                <a:lnTo>
                  <a:pt x="877" y="877"/>
                </a:lnTo>
                <a:lnTo>
                  <a:pt x="1024" y="877"/>
                </a:lnTo>
                <a:lnTo>
                  <a:pt x="1170" y="804"/>
                </a:lnTo>
                <a:lnTo>
                  <a:pt x="1024" y="439"/>
                </a:lnTo>
                <a:lnTo>
                  <a:pt x="877" y="183"/>
                </a:lnTo>
                <a:lnTo>
                  <a:pt x="731" y="37"/>
                </a:lnTo>
                <a:lnTo>
                  <a:pt x="621" y="0"/>
                </a:ln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6" name="Google Shape;356;p32"/>
          <p:cNvSpPr/>
          <p:nvPr/>
        </p:nvSpPr>
        <p:spPr bwMode="auto">
          <a:xfrm flipH="1">
            <a:off x="6144980" y="-1285568"/>
            <a:ext cx="43553" cy="32684"/>
          </a:xfrm>
          <a:custGeom>
            <a:avLst/>
            <a:gdLst/>
            <a:ahLst/>
            <a:cxnLst/>
            <a:rect l="l" t="t" r="r" b="b"/>
            <a:pathLst>
              <a:path w="1170" h="878" fill="none" stroke="1" extrusionOk="0">
                <a:moveTo>
                  <a:pt x="548" y="0"/>
                </a:moveTo>
                <a:lnTo>
                  <a:pt x="548" y="0"/>
                </a:lnTo>
                <a:lnTo>
                  <a:pt x="293" y="37"/>
                </a:lnTo>
                <a:lnTo>
                  <a:pt x="0" y="183"/>
                </a:lnTo>
                <a:lnTo>
                  <a:pt x="0" y="183"/>
                </a:lnTo>
                <a:lnTo>
                  <a:pt x="110" y="256"/>
                </a:lnTo>
                <a:lnTo>
                  <a:pt x="219" y="366"/>
                </a:lnTo>
                <a:lnTo>
                  <a:pt x="402" y="585"/>
                </a:lnTo>
                <a:lnTo>
                  <a:pt x="512" y="695"/>
                </a:lnTo>
                <a:lnTo>
                  <a:pt x="585" y="804"/>
                </a:lnTo>
                <a:lnTo>
                  <a:pt x="731" y="841"/>
                </a:lnTo>
                <a:lnTo>
                  <a:pt x="877" y="877"/>
                </a:lnTo>
                <a:lnTo>
                  <a:pt x="877" y="877"/>
                </a:lnTo>
                <a:lnTo>
                  <a:pt x="1024" y="877"/>
                </a:lnTo>
                <a:lnTo>
                  <a:pt x="1170" y="804"/>
                </a:lnTo>
                <a:lnTo>
                  <a:pt x="1170" y="804"/>
                </a:lnTo>
                <a:lnTo>
                  <a:pt x="1024" y="439"/>
                </a:lnTo>
                <a:lnTo>
                  <a:pt x="877" y="183"/>
                </a:lnTo>
                <a:lnTo>
                  <a:pt x="731" y="37"/>
                </a:lnTo>
                <a:lnTo>
                  <a:pt x="621" y="0"/>
                </a:lnTo>
                <a:lnTo>
                  <a:pt x="548" y="0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7" name="Google Shape;357;p32"/>
          <p:cNvSpPr/>
          <p:nvPr/>
        </p:nvSpPr>
        <p:spPr bwMode="auto">
          <a:xfrm flipH="1">
            <a:off x="6162661" y="-1118242"/>
            <a:ext cx="23154" cy="17756"/>
          </a:xfrm>
          <a:custGeom>
            <a:avLst/>
            <a:gdLst/>
            <a:ahLst/>
            <a:cxnLst/>
            <a:rect l="l" t="t" r="r" b="b"/>
            <a:pathLst>
              <a:path w="622" h="477" fill="norm" stroke="1" extrusionOk="0">
                <a:moveTo>
                  <a:pt x="293" y="1"/>
                </a:moveTo>
                <a:lnTo>
                  <a:pt x="220" y="38"/>
                </a:lnTo>
                <a:lnTo>
                  <a:pt x="146" y="111"/>
                </a:lnTo>
                <a:lnTo>
                  <a:pt x="0" y="257"/>
                </a:lnTo>
                <a:lnTo>
                  <a:pt x="110" y="366"/>
                </a:lnTo>
                <a:lnTo>
                  <a:pt x="183" y="440"/>
                </a:lnTo>
                <a:lnTo>
                  <a:pt x="256" y="476"/>
                </a:lnTo>
                <a:lnTo>
                  <a:pt x="293" y="476"/>
                </a:lnTo>
                <a:lnTo>
                  <a:pt x="366" y="440"/>
                </a:lnTo>
                <a:lnTo>
                  <a:pt x="439" y="403"/>
                </a:lnTo>
                <a:lnTo>
                  <a:pt x="622" y="257"/>
                </a:lnTo>
                <a:lnTo>
                  <a:pt x="439" y="74"/>
                </a:lnTo>
                <a:lnTo>
                  <a:pt x="366" y="1"/>
                </a:ln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8" name="Google Shape;358;p32"/>
          <p:cNvSpPr/>
          <p:nvPr/>
        </p:nvSpPr>
        <p:spPr bwMode="auto">
          <a:xfrm flipH="1">
            <a:off x="6162661" y="-1118242"/>
            <a:ext cx="23154" cy="17756"/>
          </a:xfrm>
          <a:custGeom>
            <a:avLst/>
            <a:gdLst/>
            <a:ahLst/>
            <a:cxnLst/>
            <a:rect l="l" t="t" r="r" b="b"/>
            <a:pathLst>
              <a:path w="622" h="477" fill="none" stroke="1" extrusionOk="0">
                <a:moveTo>
                  <a:pt x="329" y="1"/>
                </a:moveTo>
                <a:lnTo>
                  <a:pt x="329" y="1"/>
                </a:lnTo>
                <a:lnTo>
                  <a:pt x="293" y="1"/>
                </a:lnTo>
                <a:lnTo>
                  <a:pt x="293" y="1"/>
                </a:lnTo>
                <a:lnTo>
                  <a:pt x="220" y="38"/>
                </a:lnTo>
                <a:lnTo>
                  <a:pt x="146" y="111"/>
                </a:lnTo>
                <a:lnTo>
                  <a:pt x="0" y="257"/>
                </a:lnTo>
                <a:lnTo>
                  <a:pt x="0" y="257"/>
                </a:lnTo>
                <a:lnTo>
                  <a:pt x="110" y="366"/>
                </a:lnTo>
                <a:lnTo>
                  <a:pt x="183" y="440"/>
                </a:lnTo>
                <a:lnTo>
                  <a:pt x="256" y="476"/>
                </a:lnTo>
                <a:lnTo>
                  <a:pt x="256" y="476"/>
                </a:lnTo>
                <a:lnTo>
                  <a:pt x="293" y="476"/>
                </a:lnTo>
                <a:lnTo>
                  <a:pt x="293" y="476"/>
                </a:lnTo>
                <a:lnTo>
                  <a:pt x="366" y="440"/>
                </a:lnTo>
                <a:lnTo>
                  <a:pt x="439" y="403"/>
                </a:lnTo>
                <a:lnTo>
                  <a:pt x="622" y="257"/>
                </a:lnTo>
                <a:lnTo>
                  <a:pt x="622" y="257"/>
                </a:lnTo>
                <a:lnTo>
                  <a:pt x="439" y="74"/>
                </a:lnTo>
                <a:lnTo>
                  <a:pt x="366" y="1"/>
                </a:lnTo>
                <a:lnTo>
                  <a:pt x="329" y="1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9" name="Google Shape;359;p32"/>
          <p:cNvSpPr/>
          <p:nvPr/>
        </p:nvSpPr>
        <p:spPr bwMode="auto">
          <a:xfrm flipH="1">
            <a:off x="6298719" y="-866526"/>
            <a:ext cx="19096" cy="17756"/>
          </a:xfrm>
          <a:custGeom>
            <a:avLst/>
            <a:gdLst/>
            <a:ahLst/>
            <a:cxnLst/>
            <a:rect l="l" t="t" r="r" b="b"/>
            <a:pathLst>
              <a:path w="513" h="477" fill="norm" stroke="1" extrusionOk="0">
                <a:moveTo>
                  <a:pt x="476" y="1"/>
                </a:moveTo>
                <a:lnTo>
                  <a:pt x="1" y="330"/>
                </a:lnTo>
                <a:lnTo>
                  <a:pt x="147" y="440"/>
                </a:lnTo>
                <a:lnTo>
                  <a:pt x="257" y="476"/>
                </a:lnTo>
                <a:lnTo>
                  <a:pt x="366" y="440"/>
                </a:lnTo>
                <a:lnTo>
                  <a:pt x="476" y="367"/>
                </a:lnTo>
                <a:lnTo>
                  <a:pt x="512" y="330"/>
                </a:lnTo>
                <a:lnTo>
                  <a:pt x="512" y="257"/>
                </a:lnTo>
                <a:lnTo>
                  <a:pt x="476" y="1"/>
                </a:ln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60" name="Google Shape;360;p32"/>
          <p:cNvSpPr/>
          <p:nvPr/>
        </p:nvSpPr>
        <p:spPr bwMode="auto">
          <a:xfrm flipH="1">
            <a:off x="6298719" y="-866526"/>
            <a:ext cx="19096" cy="17756"/>
          </a:xfrm>
          <a:custGeom>
            <a:avLst/>
            <a:gdLst/>
            <a:ahLst/>
            <a:cxnLst/>
            <a:rect l="l" t="t" r="r" b="b"/>
            <a:pathLst>
              <a:path w="513" h="477" fill="none" stroke="1" extrusionOk="0">
                <a:moveTo>
                  <a:pt x="476" y="1"/>
                </a:moveTo>
                <a:lnTo>
                  <a:pt x="476" y="1"/>
                </a:lnTo>
                <a:lnTo>
                  <a:pt x="1" y="330"/>
                </a:lnTo>
                <a:lnTo>
                  <a:pt x="1" y="330"/>
                </a:lnTo>
                <a:lnTo>
                  <a:pt x="147" y="440"/>
                </a:lnTo>
                <a:lnTo>
                  <a:pt x="257" y="476"/>
                </a:lnTo>
                <a:lnTo>
                  <a:pt x="257" y="476"/>
                </a:lnTo>
                <a:lnTo>
                  <a:pt x="366" y="440"/>
                </a:lnTo>
                <a:lnTo>
                  <a:pt x="476" y="367"/>
                </a:lnTo>
                <a:lnTo>
                  <a:pt x="476" y="367"/>
                </a:lnTo>
                <a:lnTo>
                  <a:pt x="512" y="330"/>
                </a:lnTo>
                <a:lnTo>
                  <a:pt x="512" y="257"/>
                </a:lnTo>
                <a:lnTo>
                  <a:pt x="476" y="1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61" name="Google Shape;361;p32"/>
          <p:cNvSpPr/>
          <p:nvPr/>
        </p:nvSpPr>
        <p:spPr bwMode="auto">
          <a:xfrm flipH="1">
            <a:off x="6338177" y="-847467"/>
            <a:ext cx="10907" cy="8227"/>
          </a:xfrm>
          <a:custGeom>
            <a:avLst/>
            <a:gdLst/>
            <a:ahLst/>
            <a:cxnLst/>
            <a:rect l="l" t="t" r="r" b="b"/>
            <a:pathLst>
              <a:path w="293" h="221" fill="norm" stroke="1" extrusionOk="0">
                <a:moveTo>
                  <a:pt x="146" y="1"/>
                </a:moveTo>
                <a:lnTo>
                  <a:pt x="73" y="37"/>
                </a:lnTo>
                <a:lnTo>
                  <a:pt x="0" y="110"/>
                </a:lnTo>
                <a:lnTo>
                  <a:pt x="37" y="183"/>
                </a:lnTo>
                <a:lnTo>
                  <a:pt x="110" y="220"/>
                </a:lnTo>
                <a:lnTo>
                  <a:pt x="183" y="183"/>
                </a:lnTo>
                <a:lnTo>
                  <a:pt x="292" y="110"/>
                </a:lnTo>
                <a:lnTo>
                  <a:pt x="219" y="37"/>
                </a:lnTo>
                <a:lnTo>
                  <a:pt x="146" y="1"/>
                </a:lnTo>
                <a:close/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62" name="Google Shape;362;p32"/>
          <p:cNvSpPr/>
          <p:nvPr/>
        </p:nvSpPr>
        <p:spPr bwMode="auto">
          <a:xfrm flipH="1">
            <a:off x="6338177" y="-847467"/>
            <a:ext cx="10907" cy="8227"/>
          </a:xfrm>
          <a:custGeom>
            <a:avLst/>
            <a:gdLst/>
            <a:ahLst/>
            <a:cxnLst/>
            <a:rect l="l" t="t" r="r" b="b"/>
            <a:pathLst>
              <a:path w="293" h="221" fill="none" stroke="1" extrusionOk="0">
                <a:moveTo>
                  <a:pt x="146" y="1"/>
                </a:moveTo>
                <a:lnTo>
                  <a:pt x="146" y="1"/>
                </a:lnTo>
                <a:lnTo>
                  <a:pt x="146" y="1"/>
                </a:lnTo>
                <a:lnTo>
                  <a:pt x="146" y="1"/>
                </a:lnTo>
                <a:lnTo>
                  <a:pt x="73" y="37"/>
                </a:lnTo>
                <a:lnTo>
                  <a:pt x="0" y="110"/>
                </a:lnTo>
                <a:lnTo>
                  <a:pt x="0" y="110"/>
                </a:lnTo>
                <a:lnTo>
                  <a:pt x="37" y="183"/>
                </a:lnTo>
                <a:lnTo>
                  <a:pt x="110" y="220"/>
                </a:lnTo>
                <a:lnTo>
                  <a:pt x="110" y="220"/>
                </a:lnTo>
                <a:lnTo>
                  <a:pt x="110" y="220"/>
                </a:lnTo>
                <a:lnTo>
                  <a:pt x="110" y="220"/>
                </a:lnTo>
                <a:lnTo>
                  <a:pt x="183" y="183"/>
                </a:lnTo>
                <a:lnTo>
                  <a:pt x="292" y="110"/>
                </a:lnTo>
                <a:lnTo>
                  <a:pt x="292" y="110"/>
                </a:lnTo>
                <a:lnTo>
                  <a:pt x="219" y="37"/>
                </a:lnTo>
                <a:lnTo>
                  <a:pt x="146" y="1"/>
                </a:lnTo>
              </a:path>
            </a:pathLst>
          </a:custGeom>
          <a:solidFill>
            <a:schemeClr val="dk1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363" name="Google Shape;363;p32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1296220" flipH="1">
            <a:off x="5717930" y="2735107"/>
            <a:ext cx="6635464" cy="4298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5037859" y="3302575"/>
            <a:ext cx="3842282" cy="37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7753508" y="80816"/>
            <a:ext cx="3842282" cy="37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543225" y="-1435250"/>
            <a:ext cx="2975000" cy="29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9" preserve="0" showMasterPhAnim="0" userDrawn="1">
  <p:cSld name="SECTION_TITLE_AND_DESCRIPTION_1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" name="Google Shape;368;p33"/>
          <p:cNvPicPr/>
          <p:nvPr/>
        </p:nvPicPr>
        <p:blipFill>
          <a:blip r:embed="rId2">
            <a:alphaModFix/>
          </a:blip>
          <a:stretch/>
        </p:blipFill>
        <p:spPr bwMode="auto"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3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1410722">
            <a:off x="-3196444" y="2789995"/>
            <a:ext cx="6635465" cy="4298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248084" y="3275787"/>
            <a:ext cx="3842282" cy="37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2466279" y="91862"/>
            <a:ext cx="3842282" cy="378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1695625" y="-1340464"/>
            <a:ext cx="2764175" cy="272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605655">
            <a:off x="5268306" y="4423795"/>
            <a:ext cx="6635464" cy="429808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3"/>
          <p:cNvSpPr txBox="1"/>
          <p:nvPr>
            <p:ph type="title"/>
          </p:nvPr>
        </p:nvSpPr>
        <p:spPr bwMode="auto">
          <a:xfrm>
            <a:off x="4459800" y="1093625"/>
            <a:ext cx="3964199" cy="20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375" name="Google Shape;375;p33"/>
          <p:cNvSpPr txBox="1"/>
          <p:nvPr>
            <p:ph type="subTitle" idx="1"/>
          </p:nvPr>
        </p:nvSpPr>
        <p:spPr bwMode="auto">
          <a:xfrm>
            <a:off x="4459800" y="3302563"/>
            <a:ext cx="3964199" cy="8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1" preserve="0" showMasterPhAnim="0" userDrawn="1">
  <p:cSld name="TITLE_ONLY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7" name="Google Shape;377;p34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4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380" name="Google Shape;380;p34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509852">
            <a:off x="1564072" y="4504261"/>
            <a:ext cx="5645107" cy="365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4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7191556" y="-991139"/>
            <a:ext cx="2764175" cy="2722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2" preserve="0" showMasterPhAnim="0" userDrawn="1">
  <p:cSld name="TITLE_ONLY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" name="Google Shape;383;p35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1427294" y="-852139"/>
            <a:ext cx="2764175" cy="272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5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8156414" y="3433663"/>
            <a:ext cx="3447425" cy="339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5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2700007">
            <a:off x="-2328303" y="4467837"/>
            <a:ext cx="5645107" cy="365657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5"/>
          <p:cNvSpPr txBox="1"/>
          <p:nvPr>
            <p:ph type="title"/>
          </p:nvPr>
        </p:nvSpPr>
        <p:spPr bwMode="auto">
          <a:xfrm>
            <a:off x="724325" y="445025"/>
            <a:ext cx="770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3" preserve="0" showMasterPhAnim="0" userDrawn="1">
  <p:cSld name="TITLE_ONLY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9" name="Google Shape;389;p36"/>
          <p:cNvPicPr/>
          <p:nvPr/>
        </p:nvPicPr>
        <p:blipFill>
          <a:blip r:embed="rId2">
            <a:alphaModFix/>
          </a:blip>
          <a:stretch/>
        </p:blipFill>
        <p:spPr bwMode="auto"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6"/>
          <p:cNvPicPr/>
          <p:nvPr/>
        </p:nvPicPr>
        <p:blipFill>
          <a:blip r:embed="rId3">
            <a:alphaModFix/>
          </a:blip>
          <a:stretch/>
        </p:blipFill>
        <p:spPr bwMode="auto">
          <a:xfrm rot="2273299">
            <a:off x="-2431762" y="-1737928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6"/>
          <p:cNvPicPr/>
          <p:nvPr/>
        </p:nvPicPr>
        <p:blipFill>
          <a:blip r:embed="rId3">
            <a:alphaModFix/>
          </a:blip>
          <a:stretch/>
        </p:blipFill>
        <p:spPr bwMode="auto">
          <a:xfrm rot="-2144871">
            <a:off x="7787241" y="3271926"/>
            <a:ext cx="2764175" cy="272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6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6342315">
            <a:off x="6626448" y="-2833301"/>
            <a:ext cx="5645107" cy="365657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6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4" preserve="0" showMasterPhAnim="0" userDrawn="1">
  <p:cSld name="TITLE_ONLY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/>
          <p:nvPr/>
        </p:nvPicPr>
        <p:blipFill>
          <a:blip r:embed="rId2">
            <a:alphaModFix/>
          </a:blip>
          <a:stretch/>
        </p:blipFill>
        <p:spPr bwMode="auto"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7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4457680" flipH="1">
            <a:off x="6626448" y="4244799"/>
            <a:ext cx="5645107" cy="3656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7"/>
          <p:cNvPicPr/>
          <p:nvPr/>
        </p:nvPicPr>
        <p:blipFill>
          <a:blip r:embed="rId4">
            <a:alphaModFix/>
          </a:blip>
          <a:stretch/>
        </p:blipFill>
        <p:spPr bwMode="auto">
          <a:xfrm rot="8526701" flipH="1">
            <a:off x="-2431762" y="3477662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7"/>
          <p:cNvPicPr/>
          <p:nvPr/>
        </p:nvPicPr>
        <p:blipFill>
          <a:blip r:embed="rId4">
            <a:alphaModFix/>
          </a:blip>
          <a:stretch/>
        </p:blipFill>
        <p:spPr bwMode="auto">
          <a:xfrm rot="-8655129" flipH="1">
            <a:off x="7787241" y="-859367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7"/>
          <p:cNvSpPr txBox="1"/>
          <p:nvPr>
            <p:ph type="title"/>
          </p:nvPr>
        </p:nvSpPr>
        <p:spPr bwMode="auto">
          <a:xfrm>
            <a:off x="720000" y="445025"/>
            <a:ext cx="77040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5" preserve="0" showMasterPhAnim="0" userDrawn="1">
  <p:cSld name="TITLE_ONLY_2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" name="Google Shape;401;p3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8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3456446">
            <a:off x="-2586279" y="4488072"/>
            <a:ext cx="5645108" cy="36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8"/>
          <p:cNvPicPr/>
          <p:nvPr/>
        </p:nvPicPr>
        <p:blipFill>
          <a:blip r:embed="rId4">
            <a:alphaModFix/>
          </a:blip>
          <a:stretch/>
        </p:blipFill>
        <p:spPr bwMode="auto">
          <a:xfrm rot="-8526701">
            <a:off x="8080252" y="3477662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8"/>
          <p:cNvPicPr/>
          <p:nvPr/>
        </p:nvPicPr>
        <p:blipFill>
          <a:blip r:embed="rId4">
            <a:alphaModFix/>
          </a:blip>
          <a:stretch/>
        </p:blipFill>
        <p:spPr bwMode="auto">
          <a:xfrm rot="8655129">
            <a:off x="-1455501" y="-859367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8"/>
          <p:cNvSpPr txBox="1"/>
          <p:nvPr>
            <p:ph type="title"/>
          </p:nvPr>
        </p:nvSpPr>
        <p:spPr bwMode="auto">
          <a:xfrm>
            <a:off x="720000" y="445025"/>
            <a:ext cx="77040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Numbers and text" preserve="0" showMasterPhAnim="0" userDrawn="1">
  <p:cSld name="CUSTOM_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" name="Google Shape;407;p3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/>
          <p:nvPr/>
        </p:nvPicPr>
        <p:blipFill>
          <a:blip r:embed="rId3">
            <a:alphaModFix/>
          </a:blip>
          <a:stretch/>
        </p:blipFill>
        <p:spPr bwMode="auto">
          <a:xfrm rot="-8526698">
            <a:off x="6730116" y="3510960"/>
            <a:ext cx="3625544" cy="357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9"/>
          <p:cNvPicPr/>
          <p:nvPr/>
        </p:nvPicPr>
        <p:blipFill>
          <a:blip r:embed="rId3">
            <a:alphaModFix/>
          </a:blip>
          <a:stretch/>
        </p:blipFill>
        <p:spPr bwMode="auto">
          <a:xfrm rot="8655129">
            <a:off x="-609844" y="-1117938"/>
            <a:ext cx="2764175" cy="2722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9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569035">
            <a:off x="8001921" y="-773626"/>
            <a:ext cx="5645108" cy="3656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9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1821580">
            <a:off x="-3269804" y="2985723"/>
            <a:ext cx="5645109" cy="365658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9"/>
          <p:cNvSpPr txBox="1"/>
          <p:nvPr>
            <p:ph type="title" hasCustomPrompt="1"/>
          </p:nvPr>
        </p:nvSpPr>
        <p:spPr bwMode="auto">
          <a:xfrm>
            <a:off x="2223588" y="67022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13" name="Google Shape;413;p39"/>
          <p:cNvSpPr txBox="1"/>
          <p:nvPr>
            <p:ph type="subTitle" idx="1"/>
          </p:nvPr>
        </p:nvSpPr>
        <p:spPr bwMode="auto">
          <a:xfrm>
            <a:off x="2223600" y="1439125"/>
            <a:ext cx="4696800" cy="3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14" name="Google Shape;414;p39"/>
          <p:cNvSpPr txBox="1"/>
          <p:nvPr>
            <p:ph type="title" idx="2" hasCustomPrompt="1"/>
          </p:nvPr>
        </p:nvSpPr>
        <p:spPr bwMode="auto">
          <a:xfrm>
            <a:off x="2223588" y="1967931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15" name="Google Shape;415;p39"/>
          <p:cNvSpPr txBox="1"/>
          <p:nvPr>
            <p:ph type="subTitle" idx="3"/>
          </p:nvPr>
        </p:nvSpPr>
        <p:spPr bwMode="auto">
          <a:xfrm>
            <a:off x="2223600" y="2736824"/>
            <a:ext cx="4696800" cy="3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16" name="Google Shape;416;p39"/>
          <p:cNvSpPr txBox="1"/>
          <p:nvPr>
            <p:ph type="title" idx="4" hasCustomPrompt="1"/>
          </p:nvPr>
        </p:nvSpPr>
        <p:spPr bwMode="auto">
          <a:xfrm>
            <a:off x="2223588" y="326563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17" name="Google Shape;417;p39"/>
          <p:cNvSpPr txBox="1"/>
          <p:nvPr>
            <p:ph type="subTitle" idx="5"/>
          </p:nvPr>
        </p:nvSpPr>
        <p:spPr bwMode="auto">
          <a:xfrm>
            <a:off x="2223600" y="4034549"/>
            <a:ext cx="4696800" cy="3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Numbers and text 1" preserve="0" showMasterPhAnim="0" userDrawn="1">
  <p:cSld name="CUSTOM_8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" name="Google Shape;419;p40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0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3456446">
            <a:off x="-2586279" y="4488072"/>
            <a:ext cx="5645108" cy="36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0"/>
          <p:cNvPicPr/>
          <p:nvPr/>
        </p:nvPicPr>
        <p:blipFill>
          <a:blip r:embed="rId4">
            <a:alphaModFix/>
          </a:blip>
          <a:stretch/>
        </p:blipFill>
        <p:spPr bwMode="auto">
          <a:xfrm rot="-8526701">
            <a:off x="8080252" y="3477662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0"/>
          <p:cNvPicPr/>
          <p:nvPr/>
        </p:nvPicPr>
        <p:blipFill>
          <a:blip r:embed="rId4">
            <a:alphaModFix/>
          </a:blip>
          <a:stretch/>
        </p:blipFill>
        <p:spPr bwMode="auto">
          <a:xfrm rot="8655129">
            <a:off x="-1455501" y="-859367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0"/>
          <p:cNvSpPr txBox="1"/>
          <p:nvPr>
            <p:ph type="title"/>
          </p:nvPr>
        </p:nvSpPr>
        <p:spPr bwMode="auto">
          <a:xfrm>
            <a:off x="1177375" y="299984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24" name="Google Shape;424;p40"/>
          <p:cNvSpPr txBox="1"/>
          <p:nvPr>
            <p:ph type="subTitle" idx="1"/>
          </p:nvPr>
        </p:nvSpPr>
        <p:spPr bwMode="auto">
          <a:xfrm>
            <a:off x="1177375" y="36265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5" name="Google Shape;425;p40"/>
          <p:cNvSpPr txBox="1"/>
          <p:nvPr>
            <p:ph type="title" idx="2"/>
          </p:nvPr>
        </p:nvSpPr>
        <p:spPr bwMode="auto">
          <a:xfrm>
            <a:off x="3578947" y="299984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26" name="Google Shape;426;p40"/>
          <p:cNvSpPr txBox="1"/>
          <p:nvPr>
            <p:ph type="subTitle" idx="3"/>
          </p:nvPr>
        </p:nvSpPr>
        <p:spPr bwMode="auto">
          <a:xfrm>
            <a:off x="3578947" y="36265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7" name="Google Shape;427;p40"/>
          <p:cNvSpPr txBox="1"/>
          <p:nvPr>
            <p:ph type="title" idx="4"/>
          </p:nvPr>
        </p:nvSpPr>
        <p:spPr bwMode="auto">
          <a:xfrm>
            <a:off x="5980575" y="299984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28" name="Google Shape;428;p40"/>
          <p:cNvSpPr txBox="1"/>
          <p:nvPr>
            <p:ph type="subTitle" idx="5"/>
          </p:nvPr>
        </p:nvSpPr>
        <p:spPr bwMode="auto">
          <a:xfrm>
            <a:off x="5980576" y="36265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9" name="Google Shape;429;p40"/>
          <p:cNvSpPr txBox="1"/>
          <p:nvPr>
            <p:ph type="title" idx="6" hasCustomPrompt="1"/>
          </p:nvPr>
        </p:nvSpPr>
        <p:spPr bwMode="auto">
          <a:xfrm>
            <a:off x="1525075" y="1995456"/>
            <a:ext cx="12906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30" name="Google Shape;430;p40"/>
          <p:cNvSpPr txBox="1"/>
          <p:nvPr>
            <p:ph type="title" idx="7" hasCustomPrompt="1"/>
          </p:nvPr>
        </p:nvSpPr>
        <p:spPr bwMode="auto">
          <a:xfrm>
            <a:off x="3926700" y="1995456"/>
            <a:ext cx="12906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31" name="Google Shape;431;p40"/>
          <p:cNvSpPr txBox="1"/>
          <p:nvPr>
            <p:ph type="title" idx="8" hasCustomPrompt="1"/>
          </p:nvPr>
        </p:nvSpPr>
        <p:spPr bwMode="auto">
          <a:xfrm>
            <a:off x="6328325" y="1995456"/>
            <a:ext cx="12906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32" name="Google Shape;432;p40"/>
          <p:cNvSpPr txBox="1"/>
          <p:nvPr>
            <p:ph type="title" idx="9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Numbers and text 2" preserve="0" showMasterPhAnim="0" userDrawn="1">
  <p:cSld name="TITLE_ONLY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" name="Google Shape;434;p41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1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6" name="Google Shape;436;p41"/>
          <p:cNvSpPr txBox="1"/>
          <p:nvPr>
            <p:ph type="title" idx="2"/>
          </p:nvPr>
        </p:nvSpPr>
        <p:spPr bwMode="auto">
          <a:xfrm>
            <a:off x="1249724" y="1538650"/>
            <a:ext cx="2122200" cy="3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10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37" name="Google Shape;437;p41"/>
          <p:cNvSpPr txBox="1"/>
          <p:nvPr>
            <p:ph type="subTitle" idx="1"/>
          </p:nvPr>
        </p:nvSpPr>
        <p:spPr bwMode="auto">
          <a:xfrm>
            <a:off x="1249724" y="1919525"/>
            <a:ext cx="21222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8" name="Google Shape;438;p41"/>
          <p:cNvSpPr txBox="1"/>
          <p:nvPr>
            <p:ph type="title" idx="3" hasCustomPrompt="1"/>
          </p:nvPr>
        </p:nvSpPr>
        <p:spPr bwMode="auto">
          <a:xfrm>
            <a:off x="6603675" y="1769906"/>
            <a:ext cx="12906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39" name="Google Shape;439;p41"/>
          <p:cNvSpPr txBox="1"/>
          <p:nvPr>
            <p:ph type="title" idx="4"/>
          </p:nvPr>
        </p:nvSpPr>
        <p:spPr bwMode="auto">
          <a:xfrm>
            <a:off x="1249724" y="2585069"/>
            <a:ext cx="2122200" cy="3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10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40" name="Google Shape;440;p41"/>
          <p:cNvSpPr txBox="1"/>
          <p:nvPr>
            <p:ph type="subTitle" idx="5"/>
          </p:nvPr>
        </p:nvSpPr>
        <p:spPr bwMode="auto">
          <a:xfrm>
            <a:off x="1249724" y="2965944"/>
            <a:ext cx="21222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1" name="Google Shape;441;p41"/>
          <p:cNvSpPr txBox="1"/>
          <p:nvPr>
            <p:ph type="title" idx="6" hasCustomPrompt="1"/>
          </p:nvPr>
        </p:nvSpPr>
        <p:spPr bwMode="auto">
          <a:xfrm>
            <a:off x="6603675" y="2816324"/>
            <a:ext cx="12906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42" name="Google Shape;442;p41"/>
          <p:cNvSpPr txBox="1"/>
          <p:nvPr>
            <p:ph type="title" idx="7"/>
          </p:nvPr>
        </p:nvSpPr>
        <p:spPr bwMode="auto">
          <a:xfrm>
            <a:off x="1249724" y="3631500"/>
            <a:ext cx="2122200" cy="3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10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43" name="Google Shape;443;p41"/>
          <p:cNvSpPr txBox="1"/>
          <p:nvPr>
            <p:ph type="subTitle" idx="8"/>
          </p:nvPr>
        </p:nvSpPr>
        <p:spPr bwMode="auto">
          <a:xfrm>
            <a:off x="1249724" y="4012375"/>
            <a:ext cx="21222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4" name="Google Shape;444;p41"/>
          <p:cNvSpPr txBox="1"/>
          <p:nvPr>
            <p:ph type="title" idx="9" hasCustomPrompt="1"/>
          </p:nvPr>
        </p:nvSpPr>
        <p:spPr bwMode="auto">
          <a:xfrm>
            <a:off x="6603675" y="3862756"/>
            <a:ext cx="12906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pic>
        <p:nvPicPr>
          <p:cNvPr id="445" name="Google Shape;445;p41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-1228105" y="4421067"/>
            <a:ext cx="3545025" cy="349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1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8087347" y="-1431907"/>
            <a:ext cx="2699301" cy="26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1042746">
            <a:off x="-2040990" y="-3537153"/>
            <a:ext cx="6700175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1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2700007">
            <a:off x="7018109" y="4361722"/>
            <a:ext cx="6700173" cy="4340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6" preserve="0" showMasterPhAnim="0" userDrawn="1">
  <p:cSld name="SECTION_TITLE_AND_DESCRIPTION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0" name="Google Shape;450;p42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2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1042746">
            <a:off x="-1867215" y="-3073778"/>
            <a:ext cx="6700175" cy="434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-2755531" y="3353242"/>
            <a:ext cx="3545025" cy="349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8180018" y="-362901"/>
            <a:ext cx="2699301" cy="265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5" name="Google Shape;455;p42"/>
          <p:cNvSpPr txBox="1"/>
          <p:nvPr>
            <p:ph type="title" idx="2"/>
          </p:nvPr>
        </p:nvSpPr>
        <p:spPr bwMode="auto">
          <a:xfrm>
            <a:off x="5044850" y="1837225"/>
            <a:ext cx="2742600" cy="4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6" name="Google Shape;456;p42"/>
          <p:cNvSpPr txBox="1"/>
          <p:nvPr>
            <p:ph type="subTitle" idx="1"/>
          </p:nvPr>
        </p:nvSpPr>
        <p:spPr bwMode="auto">
          <a:xfrm>
            <a:off x="5044850" y="2477276"/>
            <a:ext cx="2742600" cy="13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 2" preserve="0" showMasterPhAnim="0" userDrawn="1">
  <p:cSld name="TITLE_AND_TWO_COLUMNS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8" name="Google Shape;458;p43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3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3456446">
            <a:off x="-2586279" y="4488072"/>
            <a:ext cx="5645108" cy="36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3"/>
          <p:cNvPicPr/>
          <p:nvPr/>
        </p:nvPicPr>
        <p:blipFill>
          <a:blip r:embed="rId4">
            <a:alphaModFix/>
          </a:blip>
          <a:stretch/>
        </p:blipFill>
        <p:spPr bwMode="auto">
          <a:xfrm rot="-8526701">
            <a:off x="8080252" y="3477662"/>
            <a:ext cx="3447426" cy="3394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3"/>
          <p:cNvPicPr/>
          <p:nvPr/>
        </p:nvPicPr>
        <p:blipFill>
          <a:blip r:embed="rId4">
            <a:alphaModFix/>
          </a:blip>
          <a:stretch/>
        </p:blipFill>
        <p:spPr bwMode="auto">
          <a:xfrm rot="8655129">
            <a:off x="-1455501" y="-859367"/>
            <a:ext cx="2764175" cy="27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3"/>
          <p:cNvSpPr txBox="1"/>
          <p:nvPr>
            <p:ph type="body" idx="1"/>
          </p:nvPr>
        </p:nvSpPr>
        <p:spPr bwMode="auto">
          <a:xfrm>
            <a:off x="1221500" y="2981450"/>
            <a:ext cx="3303000" cy="15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3" name="Google Shape;463;p43"/>
          <p:cNvSpPr txBox="1"/>
          <p:nvPr>
            <p:ph type="body" idx="2"/>
          </p:nvPr>
        </p:nvSpPr>
        <p:spPr bwMode="auto">
          <a:xfrm>
            <a:off x="4619350" y="2981450"/>
            <a:ext cx="3303000" cy="15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4" name="Google Shape;464;p43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5" name="Google Shape;465;p43"/>
          <p:cNvSpPr txBox="1"/>
          <p:nvPr>
            <p:ph type="title" idx="3"/>
          </p:nvPr>
        </p:nvSpPr>
        <p:spPr bwMode="auto">
          <a:xfrm>
            <a:off x="1221500" y="2417625"/>
            <a:ext cx="33030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6" name="Google Shape;466;p43"/>
          <p:cNvSpPr txBox="1"/>
          <p:nvPr>
            <p:ph type="title" idx="4"/>
          </p:nvPr>
        </p:nvSpPr>
        <p:spPr bwMode="auto">
          <a:xfrm>
            <a:off x="4619201" y="2417625"/>
            <a:ext cx="33033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 1" preserve="0" showMasterPhAnim="0" userDrawn="1">
  <p:cSld name="CUSTOM_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8" name="Google Shape;468;p44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4"/>
          <p:cNvPicPr/>
          <p:nvPr/>
        </p:nvPicPr>
        <p:blipFill>
          <a:blip r:embed="rId3">
            <a:alphaModFix/>
          </a:blip>
          <a:stretch/>
        </p:blipFill>
        <p:spPr bwMode="auto">
          <a:xfrm rot="-8526699">
            <a:off x="-2232414" y="254468"/>
            <a:ext cx="3531677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4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697297">
            <a:off x="-4647653" y="-1563264"/>
            <a:ext cx="6296330" cy="407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4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697297">
            <a:off x="7643472" y="1755635"/>
            <a:ext cx="6296330" cy="4078402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4"/>
          <p:cNvSpPr txBox="1"/>
          <p:nvPr>
            <p:ph type="title"/>
          </p:nvPr>
        </p:nvSpPr>
        <p:spPr bwMode="auto">
          <a:xfrm>
            <a:off x="2919552" y="1539850"/>
            <a:ext cx="5050800" cy="4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3" name="Google Shape;473;p44"/>
          <p:cNvSpPr txBox="1"/>
          <p:nvPr>
            <p:ph type="title" idx="2"/>
          </p:nvPr>
        </p:nvSpPr>
        <p:spPr bwMode="auto">
          <a:xfrm>
            <a:off x="2919628" y="3052100"/>
            <a:ext cx="5050800" cy="4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4" name="Google Shape;474;p44"/>
          <p:cNvSpPr txBox="1"/>
          <p:nvPr>
            <p:ph type="subTitle" idx="1"/>
          </p:nvPr>
        </p:nvSpPr>
        <p:spPr bwMode="auto">
          <a:xfrm>
            <a:off x="2919775" y="3483025"/>
            <a:ext cx="4251000" cy="8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475" name="Google Shape;475;p44"/>
          <p:cNvSpPr txBox="1"/>
          <p:nvPr>
            <p:ph type="subTitle" idx="3"/>
          </p:nvPr>
        </p:nvSpPr>
        <p:spPr bwMode="auto">
          <a:xfrm>
            <a:off x="2919775" y="1969625"/>
            <a:ext cx="4251000" cy="8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476" name="Google Shape;476;p44"/>
          <p:cNvSpPr txBox="1"/>
          <p:nvPr>
            <p:ph type="title" idx="4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2" preserve="0" showMasterPhAnim="0" userDrawn="1">
  <p:cSld name="CUSTOM_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8" name="Google Shape;478;p45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5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623217">
            <a:off x="2319062" y="521198"/>
            <a:ext cx="8614102" cy="5579779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5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1" name="Google Shape;481;p45"/>
          <p:cNvSpPr txBox="1"/>
          <p:nvPr>
            <p:ph type="body" idx="1"/>
          </p:nvPr>
        </p:nvSpPr>
        <p:spPr bwMode="auto">
          <a:xfrm>
            <a:off x="878650" y="1424099"/>
            <a:ext cx="4462200" cy="31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482" name="Google Shape;482;p45"/>
          <p:cNvPicPr/>
          <p:nvPr/>
        </p:nvPicPr>
        <p:blipFill>
          <a:blip r:embed="rId4">
            <a:alphaModFix/>
          </a:blip>
          <a:stretch/>
        </p:blipFill>
        <p:spPr bwMode="auto">
          <a:xfrm rot="-8526696">
            <a:off x="6344369" y="2345457"/>
            <a:ext cx="3731665" cy="367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5"/>
          <p:cNvPicPr/>
          <p:nvPr/>
        </p:nvPicPr>
        <p:blipFill>
          <a:blip r:embed="rId4">
            <a:alphaModFix/>
          </a:blip>
          <a:stretch/>
        </p:blipFill>
        <p:spPr bwMode="auto">
          <a:xfrm rot="-8526696">
            <a:off x="-1532015" y="-1020403"/>
            <a:ext cx="2756460" cy="2714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 1" preserve="0" showMasterPhAnim="0" userDrawn="1">
  <p:cSld name="CUSTOM_6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" name="Google Shape;485;p46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6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697297">
            <a:off x="-3384928" y="-2559514"/>
            <a:ext cx="6296330" cy="4078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6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-417933">
            <a:off x="3195047" y="4059911"/>
            <a:ext cx="6296331" cy="4078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6"/>
          <p:cNvPicPr/>
          <p:nvPr/>
        </p:nvPicPr>
        <p:blipFill>
          <a:blip r:embed="rId4">
            <a:alphaModFix/>
          </a:blip>
          <a:stretch/>
        </p:blipFill>
        <p:spPr bwMode="auto">
          <a:xfrm rot="-8526696">
            <a:off x="6550941" y="-1333190"/>
            <a:ext cx="2756460" cy="271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6"/>
          <p:cNvPicPr/>
          <p:nvPr/>
        </p:nvPicPr>
        <p:blipFill>
          <a:blip r:embed="rId4">
            <a:alphaModFix/>
          </a:blip>
          <a:stretch/>
        </p:blipFill>
        <p:spPr bwMode="auto">
          <a:xfrm rot="-8526696">
            <a:off x="7937966" y="164712"/>
            <a:ext cx="2756460" cy="2714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6"/>
          <p:cNvPicPr/>
          <p:nvPr/>
        </p:nvPicPr>
        <p:blipFill>
          <a:blip r:embed="rId4">
            <a:alphaModFix/>
          </a:blip>
          <a:stretch/>
        </p:blipFill>
        <p:spPr bwMode="auto">
          <a:xfrm rot="-8526699">
            <a:off x="-2742139" y="3359118"/>
            <a:ext cx="3531677" cy="347779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6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2" name="Google Shape;492;p46"/>
          <p:cNvSpPr txBox="1"/>
          <p:nvPr>
            <p:ph type="title" idx="2"/>
          </p:nvPr>
        </p:nvSpPr>
        <p:spPr bwMode="auto">
          <a:xfrm>
            <a:off x="937700" y="3043774"/>
            <a:ext cx="2175300" cy="4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93" name="Google Shape;493;p46"/>
          <p:cNvSpPr txBox="1"/>
          <p:nvPr>
            <p:ph type="subTitle" idx="1"/>
          </p:nvPr>
        </p:nvSpPr>
        <p:spPr bwMode="auto">
          <a:xfrm>
            <a:off x="937700" y="3421175"/>
            <a:ext cx="2175300" cy="72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4" name="Google Shape;494;p46"/>
          <p:cNvSpPr txBox="1"/>
          <p:nvPr>
            <p:ph type="title" idx="3"/>
          </p:nvPr>
        </p:nvSpPr>
        <p:spPr bwMode="auto">
          <a:xfrm>
            <a:off x="3484424" y="3043774"/>
            <a:ext cx="2175300" cy="4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95" name="Google Shape;495;p46"/>
          <p:cNvSpPr txBox="1"/>
          <p:nvPr>
            <p:ph type="subTitle" idx="4"/>
          </p:nvPr>
        </p:nvSpPr>
        <p:spPr bwMode="auto">
          <a:xfrm>
            <a:off x="3484422" y="3421175"/>
            <a:ext cx="2175300" cy="72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6" name="Google Shape;496;p46"/>
          <p:cNvSpPr txBox="1"/>
          <p:nvPr>
            <p:ph type="title" idx="5"/>
          </p:nvPr>
        </p:nvSpPr>
        <p:spPr bwMode="auto">
          <a:xfrm>
            <a:off x="6031149" y="3043774"/>
            <a:ext cx="2175300" cy="4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pPr>
              <a:defRPr/>
            </a:pPr>
            <a:endParaRPr/>
          </a:p>
        </p:txBody>
      </p:sp>
      <p:sp>
        <p:nvSpPr>
          <p:cNvPr id="497" name="Google Shape;497;p46"/>
          <p:cNvSpPr txBox="1"/>
          <p:nvPr>
            <p:ph type="subTitle" idx="6"/>
          </p:nvPr>
        </p:nvSpPr>
        <p:spPr bwMode="auto">
          <a:xfrm>
            <a:off x="6031150" y="3421175"/>
            <a:ext cx="2175300" cy="72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 3" preserve="0" showMasterPhAnim="0" userDrawn="1">
  <p:cSld name="TITLE_AND_TWO_COLUMNS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9" name="Google Shape;499;p47"/>
          <p:cNvPicPr/>
          <p:nvPr/>
        </p:nvPicPr>
        <p:blipFill>
          <a:blip r:embed="rId2">
            <a:alphaModFix/>
          </a:blip>
          <a:stretch/>
        </p:blipFill>
        <p:spPr bwMode="auto"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7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7060362" flipH="1">
            <a:off x="-2615294" y="-2798389"/>
            <a:ext cx="5470711" cy="354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7"/>
          <p:cNvPicPr/>
          <p:nvPr/>
        </p:nvPicPr>
        <p:blipFill>
          <a:blip r:embed="rId4">
            <a:alphaModFix/>
          </a:blip>
          <a:stretch/>
        </p:blipFill>
        <p:spPr bwMode="auto">
          <a:xfrm rot="10635948">
            <a:off x="8089369" y="-1772807"/>
            <a:ext cx="3531675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7"/>
          <p:cNvPicPr/>
          <p:nvPr/>
        </p:nvPicPr>
        <p:blipFill>
          <a:blip r:embed="rId4">
            <a:alphaModFix/>
          </a:blip>
          <a:stretch/>
        </p:blipFill>
        <p:spPr bwMode="auto">
          <a:xfrm rot="10635950">
            <a:off x="-1365795" y="3343884"/>
            <a:ext cx="2702139" cy="266093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7"/>
          <p:cNvSpPr txBox="1"/>
          <p:nvPr>
            <p:ph type="body" idx="1"/>
          </p:nvPr>
        </p:nvSpPr>
        <p:spPr bwMode="auto">
          <a:xfrm>
            <a:off x="720000" y="3455725"/>
            <a:ext cx="2519699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4" name="Google Shape;504;p47"/>
          <p:cNvSpPr txBox="1"/>
          <p:nvPr>
            <p:ph type="body" idx="2"/>
          </p:nvPr>
        </p:nvSpPr>
        <p:spPr bwMode="auto">
          <a:xfrm>
            <a:off x="3312043" y="3455725"/>
            <a:ext cx="2519699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5" name="Google Shape;505;p47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6" name="Google Shape;506;p47"/>
          <p:cNvSpPr txBox="1"/>
          <p:nvPr>
            <p:ph type="title" idx="3"/>
          </p:nvPr>
        </p:nvSpPr>
        <p:spPr bwMode="auto">
          <a:xfrm>
            <a:off x="720000" y="2556925"/>
            <a:ext cx="2519699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7" name="Google Shape;507;p47"/>
          <p:cNvSpPr txBox="1"/>
          <p:nvPr>
            <p:ph type="title" idx="4"/>
          </p:nvPr>
        </p:nvSpPr>
        <p:spPr bwMode="auto">
          <a:xfrm>
            <a:off x="3311924" y="2556925"/>
            <a:ext cx="2520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8" name="Google Shape;508;p47"/>
          <p:cNvSpPr txBox="1"/>
          <p:nvPr>
            <p:ph type="body" idx="5"/>
          </p:nvPr>
        </p:nvSpPr>
        <p:spPr bwMode="auto">
          <a:xfrm>
            <a:off x="5904249" y="3455725"/>
            <a:ext cx="2519699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9" name="Google Shape;509;p47"/>
          <p:cNvSpPr txBox="1"/>
          <p:nvPr>
            <p:ph type="title" idx="6"/>
          </p:nvPr>
        </p:nvSpPr>
        <p:spPr bwMode="auto">
          <a:xfrm>
            <a:off x="5904125" y="2556925"/>
            <a:ext cx="2520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3" preserve="0" showMasterPhAnim="0" userDrawn="1">
  <p:cSld name="CUSTOM_13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1" name="Google Shape;511;p4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8"/>
          <p:cNvPicPr/>
          <p:nvPr/>
        </p:nvPicPr>
        <p:blipFill>
          <a:blip r:embed="rId3">
            <a:alphaModFix/>
          </a:blip>
          <a:stretch/>
        </p:blipFill>
        <p:spPr bwMode="auto">
          <a:xfrm rot="8481113">
            <a:off x="-969680" y="3832268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8"/>
          <p:cNvPicPr/>
          <p:nvPr/>
        </p:nvPicPr>
        <p:blipFill>
          <a:blip r:embed="rId3">
            <a:alphaModFix/>
          </a:blip>
          <a:stretch/>
        </p:blipFill>
        <p:spPr bwMode="auto">
          <a:xfrm rot="10635950">
            <a:off x="7704839" y="-1023457"/>
            <a:ext cx="2702139" cy="2660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8"/>
          <p:cNvPicPr/>
          <p:nvPr/>
        </p:nvPicPr>
        <p:blipFill>
          <a:blip r:embed="rId3">
            <a:alphaModFix/>
          </a:blip>
          <a:stretch/>
        </p:blipFill>
        <p:spPr bwMode="auto">
          <a:xfrm rot="8616667">
            <a:off x="-1678663" y="-1844641"/>
            <a:ext cx="3638659" cy="35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8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1226835">
            <a:off x="-2603780" y="-2558983"/>
            <a:ext cx="6799886" cy="440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8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1226835">
            <a:off x="6640620" y="-2640083"/>
            <a:ext cx="6799886" cy="440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8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483135">
            <a:off x="4996932" y="2438488"/>
            <a:ext cx="6075811" cy="3935547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8"/>
          <p:cNvSpPr txBox="1"/>
          <p:nvPr>
            <p:ph type="title"/>
          </p:nvPr>
        </p:nvSpPr>
        <p:spPr bwMode="auto">
          <a:xfrm>
            <a:off x="720000" y="1434773"/>
            <a:ext cx="2903700" cy="10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9" name="Google Shape;519;p48"/>
          <p:cNvSpPr txBox="1"/>
          <p:nvPr>
            <p:ph type="subTitle" idx="1"/>
          </p:nvPr>
        </p:nvSpPr>
        <p:spPr bwMode="auto">
          <a:xfrm>
            <a:off x="720000" y="2691425"/>
            <a:ext cx="3572400" cy="91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4" preserve="0" showMasterPhAnim="0" userDrawn="1">
  <p:cSld name="CUSTOM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1" name="Google Shape;521;p4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9"/>
          <p:cNvSpPr txBox="1"/>
          <p:nvPr>
            <p:ph type="title"/>
          </p:nvPr>
        </p:nvSpPr>
        <p:spPr bwMode="auto">
          <a:xfrm>
            <a:off x="4391775" y="1795808"/>
            <a:ext cx="379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3" name="Google Shape;523;p49"/>
          <p:cNvSpPr txBox="1"/>
          <p:nvPr>
            <p:ph type="subTitle" idx="1"/>
          </p:nvPr>
        </p:nvSpPr>
        <p:spPr bwMode="auto">
          <a:xfrm>
            <a:off x="4640250" y="2455650"/>
            <a:ext cx="35436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524" name="Google Shape;524;p49"/>
          <p:cNvPicPr/>
          <p:nvPr/>
        </p:nvPicPr>
        <p:blipFill>
          <a:blip r:embed="rId3">
            <a:alphaModFix/>
          </a:blip>
          <a:stretch/>
        </p:blipFill>
        <p:spPr bwMode="auto">
          <a:xfrm rot="8707697">
            <a:off x="-1583655" y="-594832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9"/>
          <p:cNvPicPr/>
          <p:nvPr/>
        </p:nvPicPr>
        <p:blipFill>
          <a:blip r:embed="rId3">
            <a:alphaModFix/>
          </a:blip>
          <a:stretch/>
        </p:blipFill>
        <p:spPr bwMode="auto">
          <a:xfrm rot="8707697">
            <a:off x="7563176" y="3548791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9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483131">
            <a:off x="3145768" y="-2407963"/>
            <a:ext cx="6533589" cy="4232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9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346954">
            <a:off x="-1202456" y="2926342"/>
            <a:ext cx="5962438" cy="386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5" preserve="0" showMasterPhAnim="0" userDrawn="1">
  <p:cSld name="CUSTOM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9" name="Google Shape;529;p50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0"/>
          <p:cNvPicPr/>
          <p:nvPr/>
        </p:nvPicPr>
        <p:blipFill>
          <a:blip r:embed="rId3">
            <a:alphaModFix/>
          </a:blip>
          <a:stretch/>
        </p:blipFill>
        <p:spPr bwMode="auto">
          <a:xfrm rot="8707697">
            <a:off x="-2197630" y="3923142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0"/>
          <p:cNvPicPr/>
          <p:nvPr/>
        </p:nvPicPr>
        <p:blipFill>
          <a:blip r:embed="rId3">
            <a:alphaModFix/>
          </a:blip>
          <a:stretch/>
        </p:blipFill>
        <p:spPr bwMode="auto">
          <a:xfrm rot="8707714">
            <a:off x="8208975" y="-310240"/>
            <a:ext cx="2657126" cy="261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0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-886671">
            <a:off x="2050203" y="-2883305"/>
            <a:ext cx="6569071" cy="4255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0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470677">
            <a:off x="-5212547" y="-1713305"/>
            <a:ext cx="6569072" cy="4255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0"/>
          <p:cNvPicPr/>
          <p:nvPr/>
        </p:nvPicPr>
        <p:blipFill>
          <a:blip r:embed="rId4">
            <a:alphaModFix amt="41000"/>
          </a:blip>
          <a:stretch/>
        </p:blipFill>
        <p:spPr bwMode="auto">
          <a:xfrm rot="477607">
            <a:off x="5399556" y="2828138"/>
            <a:ext cx="6027738" cy="390439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0"/>
          <p:cNvSpPr txBox="1"/>
          <p:nvPr>
            <p:ph type="title"/>
          </p:nvPr>
        </p:nvSpPr>
        <p:spPr bwMode="auto">
          <a:xfrm>
            <a:off x="872400" y="1856883"/>
            <a:ext cx="352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6" name="Google Shape;536;p50"/>
          <p:cNvSpPr txBox="1"/>
          <p:nvPr>
            <p:ph type="subTitle" idx="1"/>
          </p:nvPr>
        </p:nvSpPr>
        <p:spPr bwMode="auto">
          <a:xfrm>
            <a:off x="872400" y="2532878"/>
            <a:ext cx="3527100" cy="9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hanks" preserve="0" showMasterPhAnim="0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8" name="Google Shape;538;p51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51"/>
          <p:cNvPicPr/>
          <p:nvPr/>
        </p:nvPicPr>
        <p:blipFill>
          <a:blip r:embed="rId3">
            <a:alphaModFix amt="10000"/>
          </a:blip>
          <a:stretch/>
        </p:blipFill>
        <p:spPr bwMode="auto">
          <a:xfrm rot="14">
            <a:off x="2486411" y="339623"/>
            <a:ext cx="8614101" cy="5579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51"/>
          <p:cNvPicPr/>
          <p:nvPr/>
        </p:nvPicPr>
        <p:blipFill>
          <a:blip r:embed="rId3">
            <a:alphaModFix amt="41000"/>
          </a:blip>
          <a:stretch/>
        </p:blipFill>
        <p:spPr bwMode="auto">
          <a:xfrm rot="1289175">
            <a:off x="4993570" y="3604817"/>
            <a:ext cx="5962439" cy="3862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1"/>
          <p:cNvPicPr/>
          <p:nvPr/>
        </p:nvPicPr>
        <p:blipFill>
          <a:blip r:embed="rId3">
            <a:alphaModFix amt="41000"/>
          </a:blip>
          <a:srcRect l="38916" t="0" r="0" b="0"/>
          <a:stretch/>
        </p:blipFill>
        <p:spPr bwMode="auto">
          <a:xfrm rot="280174">
            <a:off x="7919076" y="-1665281"/>
            <a:ext cx="3642166" cy="386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1"/>
          <p:cNvPicPr/>
          <p:nvPr/>
        </p:nvPicPr>
        <p:blipFill>
          <a:blip r:embed="rId4">
            <a:alphaModFix/>
          </a:blip>
          <a:stretch/>
        </p:blipFill>
        <p:spPr bwMode="auto">
          <a:xfrm rot="8707697">
            <a:off x="6455951" y="2440326"/>
            <a:ext cx="3531674" cy="347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1"/>
          <p:cNvPicPr/>
          <p:nvPr/>
        </p:nvPicPr>
        <p:blipFill>
          <a:blip r:embed="rId4">
            <a:alphaModFix/>
          </a:blip>
          <a:stretch/>
        </p:blipFill>
        <p:spPr bwMode="auto">
          <a:xfrm rot="8707678">
            <a:off x="-838865" y="-412422"/>
            <a:ext cx="2644479" cy="260414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1"/>
          <p:cNvSpPr txBox="1"/>
          <p:nvPr>
            <p:ph type="title"/>
          </p:nvPr>
        </p:nvSpPr>
        <p:spPr bwMode="auto">
          <a:xfrm>
            <a:off x="872400" y="620000"/>
            <a:ext cx="45162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5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5" name="Google Shape;545;p51"/>
          <p:cNvSpPr txBox="1"/>
          <p:nvPr>
            <p:ph type="subTitle" idx="1"/>
          </p:nvPr>
        </p:nvSpPr>
        <p:spPr bwMode="auto">
          <a:xfrm>
            <a:off x="872400" y="1593625"/>
            <a:ext cx="4213200" cy="952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6" name="Google Shape;546;p51"/>
          <p:cNvSpPr txBox="1"/>
          <p:nvPr/>
        </p:nvSpPr>
        <p:spPr bwMode="auto">
          <a:xfrm>
            <a:off x="872400" y="3395400"/>
            <a:ext cx="40848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200">
                <a:solidFill>
                  <a:schemeClr val="accent1"/>
                </a:solidFill>
                <a:latin typeface="Work Sans"/>
                <a:ea typeface="Work Sans"/>
                <a:cs typeface="Work Sans"/>
              </a:rPr>
              <a:t>CREDITS: This presentation </a:t>
            </a:r>
            <a:r>
              <a:rPr lang="ru" sz="1200">
                <a:solidFill>
                  <a:schemeClr val="accent1"/>
                </a:solidFill>
                <a:latin typeface="Work Sans"/>
                <a:ea typeface="Work Sans"/>
                <a:cs typeface="Work Sans"/>
              </a:rPr>
              <a:t>template</a:t>
            </a:r>
            <a:r>
              <a:rPr lang="ru" sz="1200">
                <a:solidFill>
                  <a:schemeClr val="accent1"/>
                </a:solidFill>
                <a:latin typeface="Work Sans"/>
                <a:ea typeface="Work Sans"/>
                <a:cs typeface="Work Sans"/>
              </a:rPr>
              <a:t> was created by </a:t>
            </a:r>
            <a:r>
              <a:rPr lang="ru" sz="1200" b="1" u="sng">
                <a:solidFill>
                  <a:schemeClr val="accent1"/>
                </a:solidFill>
                <a:latin typeface="Work Sans"/>
                <a:ea typeface="Work Sans"/>
                <a:cs typeface="Work Sans"/>
                <a:hlinkClick r:id="rId5" tooltip="http://bit.ly/2Tynxth"/>
              </a:rPr>
              <a:t>Slidesgo</a:t>
            </a:r>
            <a:r>
              <a:rPr lang="ru" sz="1200">
                <a:solidFill>
                  <a:schemeClr val="accent1"/>
                </a:solidFill>
                <a:latin typeface="Work Sans"/>
                <a:ea typeface="Work Sans"/>
                <a:cs typeface="Work Sans"/>
              </a:rPr>
              <a:t>, including icons by </a:t>
            </a:r>
            <a:r>
              <a:rPr lang="ru" sz="1200" b="1" u="sng">
                <a:solidFill>
                  <a:schemeClr val="accent1"/>
                </a:solidFill>
                <a:latin typeface="Work Sans"/>
                <a:ea typeface="Work Sans"/>
                <a:cs typeface="Work Sans"/>
                <a:hlinkClick r:id="rId6" tooltip="http://bit.ly/2TyoMsr"/>
              </a:rPr>
              <a:t>Flaticon</a:t>
            </a:r>
            <a:r>
              <a:rPr lang="ru" sz="1200">
                <a:solidFill>
                  <a:schemeClr val="accent1"/>
                </a:solidFill>
                <a:latin typeface="Work Sans"/>
                <a:ea typeface="Work Sans"/>
                <a:cs typeface="Work Sans"/>
              </a:rPr>
              <a:t>, and infographics &amp; images by </a:t>
            </a:r>
            <a:r>
              <a:rPr lang="ru" sz="1200" b="1" u="sng">
                <a:solidFill>
                  <a:schemeClr val="accent1"/>
                </a:solidFill>
                <a:latin typeface="Work Sans"/>
                <a:ea typeface="Work Sans"/>
                <a:cs typeface="Work Sans"/>
                <a:hlinkClick r:id="rId7" tooltip="http://bit.ly/2TtBDfr"/>
              </a:rPr>
              <a:t>Freepik</a:t>
            </a:r>
            <a:r>
              <a:rPr lang="ru" sz="1200" u="sng">
                <a:solidFill>
                  <a:schemeClr val="accent1"/>
                </a:solidFill>
                <a:latin typeface="Work Sans"/>
                <a:ea typeface="Work Sans"/>
                <a:cs typeface="Work Sans"/>
                <a:hlinkClick r:id="rId7" tooltip="http://bit.ly/2TtBDfr"/>
              </a:rPr>
              <a:t> </a:t>
            </a:r>
            <a:endParaRPr sz="1200">
              <a:solidFill>
                <a:schemeClr val="accent1"/>
              </a:solidFill>
              <a:latin typeface="Work Sans"/>
              <a:ea typeface="Work Sans"/>
              <a:cs typeface="Work San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" preserve="0" showMasterPhAnim="0" userDrawn="1">
  <p:cSld name="CUSTOM_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8" name="Google Shape;548;p52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1" preserve="0" showMasterPhAnim="0" userDrawn="1">
  <p:cSld name="CUSTOM_1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0" name="Google Shape;550;p53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3"/>
          <p:cNvPicPr/>
          <p:nvPr/>
        </p:nvPicPr>
        <p:blipFill>
          <a:blip r:embed="rId3">
            <a:alphaModFix/>
          </a:blip>
          <a:stretch/>
        </p:blipFill>
        <p:spPr bwMode="auto">
          <a:xfrm rot="8707701">
            <a:off x="4858922" y="4131517"/>
            <a:ext cx="3750629" cy="36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3"/>
          <p:cNvPicPr/>
          <p:nvPr/>
        </p:nvPicPr>
        <p:blipFill>
          <a:blip r:embed="rId4">
            <a:alphaModFix amt="41000"/>
          </a:blip>
          <a:srcRect l="38916" t="0" r="0" b="0"/>
          <a:stretch/>
        </p:blipFill>
        <p:spPr bwMode="auto">
          <a:xfrm rot="280174">
            <a:off x="-3052599" y="-1580383"/>
            <a:ext cx="4522125" cy="479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3"/>
          <p:cNvPicPr/>
          <p:nvPr/>
        </p:nvPicPr>
        <p:blipFill>
          <a:blip r:embed="rId4">
            <a:alphaModFix amt="41000"/>
          </a:blip>
          <a:srcRect l="-522" t="0" r="0" b="0"/>
          <a:stretch/>
        </p:blipFill>
        <p:spPr bwMode="auto">
          <a:xfrm rot="627371">
            <a:off x="7493578" y="1532813"/>
            <a:ext cx="7441918" cy="479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53"/>
          <p:cNvPicPr/>
          <p:nvPr/>
        </p:nvPicPr>
        <p:blipFill>
          <a:blip r:embed="rId3">
            <a:alphaModFix/>
          </a:blip>
          <a:stretch/>
        </p:blipFill>
        <p:spPr bwMode="auto">
          <a:xfrm rot="8707701">
            <a:off x="-2430228" y="158734"/>
            <a:ext cx="3750629" cy="3693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 bwMode="auto">
          <a:xfrm>
            <a:off x="587425" y="445025"/>
            <a:ext cx="796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knut Antiqua"/>
              <a:buNone/>
              <a:defRPr sz="3400" b="1">
                <a:solidFill>
                  <a:schemeClr val="dk1"/>
                </a:solidFill>
                <a:latin typeface="Inknut Antiqua"/>
                <a:ea typeface="Inknut Antiqua"/>
                <a:cs typeface="Inknut Antiqu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 bwMode="auto">
          <a:xfrm>
            <a:off x="587425" y="1152475"/>
            <a:ext cx="796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■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■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●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ork Sans"/>
              <a:buChar char="○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Work Sans"/>
              <a:buChar char="■"/>
              <a:defRPr>
                <a:solidFill>
                  <a:schemeClr val="accent1"/>
                </a:solidFill>
                <a:latin typeface="Work Sans"/>
                <a:ea typeface="Work Sans"/>
                <a:cs typeface="Work Sans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" name="Google Shape;559;p54"/>
          <p:cNvSpPr txBox="1"/>
          <p:nvPr>
            <p:ph type="ctrTitle"/>
          </p:nvPr>
        </p:nvSpPr>
        <p:spPr bwMode="auto">
          <a:xfrm>
            <a:off x="608675" y="323975"/>
            <a:ext cx="8243100" cy="21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Социально-экономическое развитие Урала в 18 </a:t>
            </a:r>
            <a:r>
              <a:rPr lang="ru-RU"/>
              <a:t>веке</a:t>
            </a:r>
            <a:endParaRPr/>
          </a:p>
        </p:txBody>
      </p:sp>
      <p:sp>
        <p:nvSpPr>
          <p:cNvPr id="560" name="Google Shape;560;p54"/>
          <p:cNvSpPr txBox="1"/>
          <p:nvPr>
            <p:ph type="subTitle" idx="1"/>
          </p:nvPr>
        </p:nvSpPr>
        <p:spPr bwMode="auto">
          <a:xfrm>
            <a:off x="551575" y="4126048"/>
            <a:ext cx="47403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800"/>
              <a:t>Подготовили: Таск</a:t>
            </a:r>
            <a:r>
              <a:rPr lang="ru" sz="1800"/>
              <a:t>аева Арина, Егоров Марк, Маслов Анатолий, Кривостаненко Сергей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" name="Google Shape;565;p55"/>
          <p:cNvSpPr txBox="1"/>
          <p:nvPr>
            <p:ph type="title"/>
          </p:nvPr>
        </p:nvSpPr>
        <p:spPr bwMode="auto">
          <a:xfrm>
            <a:off x="720000" y="220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Команда «наше OG»</a:t>
            </a:r>
            <a:endParaRPr/>
          </a:p>
        </p:txBody>
      </p:sp>
      <p:sp>
        <p:nvSpPr>
          <p:cNvPr id="566" name="Google Shape;566;p55"/>
          <p:cNvSpPr txBox="1"/>
          <p:nvPr>
            <p:ph type="body" idx="1"/>
          </p:nvPr>
        </p:nvSpPr>
        <p:spPr bwMode="auto">
          <a:xfrm>
            <a:off x="675075" y="937400"/>
            <a:ext cx="7704000" cy="35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540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Char char="●"/>
              <a:defRPr/>
            </a:pP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Знакомьтесь с участниками нашего коллектива: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Егоров Марк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,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Кривостаненко Сергей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и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Маслов Анатолий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! И, кончено же, наш куратор -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Таскаева Ариша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.</a:t>
            </a:r>
            <a:b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</a:b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В первый же день мы собрались всей компанией в студенческом кабинете и стали распределять роли для каждого участника проекта, а также накидывать первые идеи для реализации сайта.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457200" lvl="0" indent="-254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Char char="●"/>
              <a:defRPr/>
            </a:pPr>
            <a:b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</a:b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И так, после распределения ролей у нас получилось следующее: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Маслов Анатолий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занимается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бэкэндом сайта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(якорь, анимации и интерактив),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Кривостаненко Сергей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взялся за работу с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дизайном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и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копирайтингом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(создаёт макет дизайна страницы и ищет информацию по теме),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Егоров Марк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отвечает за </a:t>
            </a:r>
            <a:r>
              <a:rPr lang="ru"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фронтэнд</a:t>
            </a: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(верстальщик и реализатор дизайна сайта).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457200" lvl="0" indent="-2540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Char char="●"/>
              <a:defRPr/>
            </a:pPr>
            <a:b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</a:br>
            <a:r>
              <a:rPr lang="ru" sz="1400">
                <a:solidFill>
                  <a:schemeClr val="dk1"/>
                </a:solidFill>
                <a:latin typeface="Arial"/>
                <a:ea typeface="Arial"/>
                <a:cs typeface="Arial"/>
              </a:rPr>
              <a:t> В ходе нескольких споров и размышлений мы путём неравного голосования решили создать двухстраничный сайт, где на первой main странице будет расположен якорь дат и событий, а на второй - их подробное описание и содержание.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spcBef>
                <a:spcPts val="1200"/>
              </a:spcBef>
              <a:spcAft>
                <a:spcPts val="160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" name="Google Shape;577;p57"/>
          <p:cNvSpPr txBox="1"/>
          <p:nvPr>
            <p:ph type="title"/>
          </p:nvPr>
        </p:nvSpPr>
        <p:spPr bwMode="auto">
          <a:xfrm>
            <a:off x="720000" y="2653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Якорь</a:t>
            </a:r>
            <a:endParaRPr/>
          </a:p>
        </p:txBody>
      </p:sp>
      <p:sp>
        <p:nvSpPr>
          <p:cNvPr id="578" name="Google Shape;578;p57"/>
          <p:cNvSpPr txBox="1"/>
          <p:nvPr>
            <p:ph type="body" idx="1"/>
          </p:nvPr>
        </p:nvSpPr>
        <p:spPr bwMode="auto">
          <a:xfrm flipH="0" flipV="0">
            <a:off x="118839" y="913699"/>
            <a:ext cx="8611778" cy="97166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457200" lvl="0" indent="0" algn="ctr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1800">
                <a:solidFill>
                  <a:schemeClr val="dk1"/>
                </a:solidFill>
              </a:rPr>
              <a:t>Дизайн «якоря» сайта мы переделывали несколько раз и остановились на варианте</a:t>
            </a:r>
            <a:r>
              <a:rPr lang="ru-RU" sz="1800">
                <a:solidFill>
                  <a:schemeClr val="dk1"/>
                </a:solidFill>
              </a:rPr>
              <a:t> линии событий</a:t>
            </a:r>
            <a:r>
              <a:rPr lang="ru" sz="1800">
                <a:solidFill>
                  <a:schemeClr val="dk1"/>
                </a:solidFill>
              </a:rPr>
              <a:t>. После нашего окончательного выбора Анатолий приступил к работе.</a:t>
            </a:r>
            <a:endParaRPr sz="1800">
              <a:solidFill>
                <a:schemeClr val="dk1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1600"/>
              </a:spcAft>
              <a:buNone/>
              <a:defRPr/>
            </a:pPr>
            <a:endParaRPr/>
          </a:p>
        </p:txBody>
      </p:sp>
      <p:pic>
        <p:nvPicPr>
          <p:cNvPr id="15490521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12216" y="2073567"/>
            <a:ext cx="5054216" cy="28356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" name="Google Shape;583;p58"/>
          <p:cNvSpPr txBox="1"/>
          <p:nvPr>
            <p:ph type="title"/>
          </p:nvPr>
        </p:nvSpPr>
        <p:spPr bwMode="auto">
          <a:xfrm>
            <a:off x="720000" y="254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Дизайн и копирайтинг</a:t>
            </a:r>
            <a:endParaRPr/>
          </a:p>
        </p:txBody>
      </p:sp>
      <p:sp>
        <p:nvSpPr>
          <p:cNvPr id="584" name="Google Shape;584;p58"/>
          <p:cNvSpPr txBox="1"/>
          <p:nvPr>
            <p:ph type="body" idx="1"/>
          </p:nvPr>
        </p:nvSpPr>
        <p:spPr bwMode="auto">
          <a:xfrm>
            <a:off x="720000" y="808500"/>
            <a:ext cx="7704000" cy="35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sz="2000">
                <a:solidFill>
                  <a:schemeClr val="dk1"/>
                </a:solidFill>
              </a:rPr>
              <a:t>Пока создавался «якорь», Сергей взялся за дизайн титульной страницы сайта в “Figma”. Также в его задачи входили поиск и обработка текста по теме проекта.</a:t>
            </a:r>
            <a:endParaRPr sz="2000">
              <a:solidFill>
                <a:schemeClr val="dk1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1600"/>
              </a:spcAft>
              <a:buNone/>
              <a:defRPr/>
            </a:pPr>
            <a:endParaRPr/>
          </a:p>
        </p:txBody>
      </p:sp>
      <p:pic>
        <p:nvPicPr>
          <p:cNvPr id="585" name="Google Shape;585;p58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760737" y="2234849"/>
            <a:ext cx="5622518" cy="26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" name="Google Shape;590;p59"/>
          <p:cNvSpPr txBox="1"/>
          <p:nvPr>
            <p:ph type="title"/>
          </p:nvPr>
        </p:nvSpPr>
        <p:spPr bwMode="auto">
          <a:xfrm>
            <a:off x="676325" y="1828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Лэндинг</a:t>
            </a:r>
            <a:endParaRPr/>
          </a:p>
        </p:txBody>
      </p:sp>
      <p:sp>
        <p:nvSpPr>
          <p:cNvPr id="591" name="Google Shape;591;p59"/>
          <p:cNvSpPr txBox="1"/>
          <p:nvPr>
            <p:ph type="body" idx="1"/>
          </p:nvPr>
        </p:nvSpPr>
        <p:spPr bwMode="auto">
          <a:xfrm flipH="0" flipV="0">
            <a:off x="197396" y="972138"/>
            <a:ext cx="2688127" cy="318580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400">
                <a:solidFill>
                  <a:schemeClr val="dk1"/>
                </a:solidFill>
              </a:rPr>
              <a:t>М</a:t>
            </a:r>
            <a:r>
              <a:rPr lang="ru" sz="2400">
                <a:solidFill>
                  <a:schemeClr val="dk1"/>
                </a:solidFill>
              </a:rPr>
              <a:t>ы приступили к созданию лендинга с текстом. Самое сложное в этой работе было сделать адаптивное маштабирование</a:t>
            </a:r>
            <a:endParaRPr sz="2000">
              <a:solidFill>
                <a:schemeClr val="dk1"/>
              </a:solidFill>
            </a:endParaRPr>
          </a:p>
          <a:p>
            <a:pPr marL="0" lvl="0" indent="0" algn="l">
              <a:spcBef>
                <a:spcPts val="1600"/>
              </a:spcBef>
              <a:spcAft>
                <a:spcPts val="0"/>
              </a:spcAft>
              <a:buNone/>
              <a:defRPr/>
            </a:pPr>
            <a:endParaRPr sz="2000"/>
          </a:p>
          <a:p>
            <a:pPr marL="0" lvl="0" indent="0" algn="l">
              <a:spcBef>
                <a:spcPts val="1600"/>
              </a:spcBef>
              <a:spcAft>
                <a:spcPts val="1600"/>
              </a:spcAft>
              <a:buNone/>
              <a:defRPr/>
            </a:pPr>
            <a:endParaRPr/>
          </a:p>
        </p:txBody>
      </p:sp>
      <p:pic>
        <p:nvPicPr>
          <p:cNvPr id="592" name="Google Shape;592;p59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2972750" y="1244796"/>
            <a:ext cx="5646575" cy="30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" name="Google Shape;597;p60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Ведение Redmine </a:t>
            </a:r>
            <a:endParaRPr/>
          </a:p>
        </p:txBody>
      </p:sp>
      <p:sp>
        <p:nvSpPr>
          <p:cNvPr id="598" name="Google Shape;598;p60"/>
          <p:cNvSpPr txBox="1"/>
          <p:nvPr>
            <p:ph type="body" idx="1"/>
          </p:nvPr>
        </p:nvSpPr>
        <p:spPr bwMode="auto">
          <a:xfrm flipH="0" flipV="0">
            <a:off x="720000" y="1139548"/>
            <a:ext cx="7704000" cy="1060038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1600"/>
              </a:spcAft>
              <a:buNone/>
              <a:defRPr/>
            </a:pPr>
            <a:r>
              <a:rPr lang="ru" sz="2000">
                <a:solidFill>
                  <a:schemeClr val="dk1"/>
                </a:solidFill>
              </a:rPr>
              <a:t>Все задачи, которые выполняет команда, поступают из Redmine’а. Чтобы каждый член команды всегда знал, что нужно делать</a:t>
            </a:r>
            <a:endParaRPr sz="1850">
              <a:solidFill>
                <a:schemeClr val="dk1"/>
              </a:solidFill>
            </a:endParaRPr>
          </a:p>
        </p:txBody>
      </p:sp>
      <p:pic>
        <p:nvPicPr>
          <p:cNvPr id="211139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8246" y="2391251"/>
            <a:ext cx="8627506" cy="18218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593830" name="Google Shape;34;p4"/>
          <p:cNvSpPr txBox="1"/>
          <p:nvPr>
            <p:ph type="title"/>
          </p:nvPr>
        </p:nvSpPr>
        <p:spPr bwMode="auto">
          <a:xfrm>
            <a:off x="720000" y="2094429"/>
            <a:ext cx="7704000" cy="5726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r>
              <a:rPr lang="ru-RU"/>
              <a:t>Спасибо за внимание!!!!!!!!!!!!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620796" name="Google Shape;34;p4"/>
          <p:cNvSpPr txBox="1"/>
          <p:nvPr>
            <p:ph type="title"/>
          </p:nvPr>
        </p:nvSpPr>
        <p:spPr bwMode="auto">
          <a:xfrm>
            <a:off x="877113" y="2097245"/>
            <a:ext cx="7704000" cy="5726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pPr>
              <a:defRPr/>
            </a:pPr>
            <a:r>
              <a:rPr lang="ru-RU"/>
              <a:t>Задавайте ваши вопросы!!!!!!!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ocial Studies Subject for Middle School - 8th Grade: Geography and Colonialism XL by Slidesgo">
  <a:themeElements>
    <a:clrScheme name="Simple Light">
      <a:dk1>
        <a:srgbClr val="553410"/>
      </a:dk1>
      <a:lt1>
        <a:srgbClr val="C69C6D"/>
      </a:lt1>
      <a:dk2>
        <a:srgbClr val="D0C4B4"/>
      </a:dk2>
      <a:lt2>
        <a:srgbClr val="B9A289"/>
      </a:lt2>
      <a:accent1>
        <a:srgbClr val="38200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2006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ONLYOFFICE/7.5.1.23</Application>
  <DocSecurity>0</DocSecurity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4</cp:revision>
  <dcterms:modified xsi:type="dcterms:W3CDTF">2023-11-24T08:24:21Z</dcterms:modified>
  <cp:category/>
  <cp:contentStatus/>
  <cp:version/>
</cp:coreProperties>
</file>