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1pPr>
    <a:lvl2pPr marL="0" marR="0" indent="457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2pPr>
    <a:lvl3pPr marL="0" marR="0" indent="914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3pPr>
    <a:lvl4pPr marL="0" marR="0" indent="1371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4pPr>
    <a:lvl5pPr marL="0" marR="0" indent="18288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5pPr>
    <a:lvl6pPr marL="0" marR="0" indent="22860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6pPr>
    <a:lvl7pPr marL="0" marR="0" indent="27432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7pPr>
    <a:lvl8pPr marL="0" marR="0" indent="32004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8pPr>
    <a:lvl9pPr marL="0" marR="0" indent="3657600" algn="ctr" defTabSz="2438400" rtl="0" fontAlgn="auto" latinLnBrk="0" hangingPunct="0">
      <a:lnSpc>
        <a:spcPct val="9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000000"/>
        </a:solidFill>
        <a:effectLst/>
        <a:uFillTx/>
        <a:latin typeface="Canela Text Regular"/>
        <a:ea typeface="Canela Text Regular"/>
        <a:cs typeface="Canela Text Regular"/>
        <a:sym typeface="Canela Text Regular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hueOff val="-217956"/>
              <a:satOff val="14368"/>
              <a:lumOff val="17764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E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571091"/>
              <a:satOff val="15926"/>
              <a:lumOff val="22314"/>
            </a:schemeClr>
          </a:solidFill>
        </a:fill>
      </a:tcStyle>
    </a:firstCol>
    <a:lastRow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45B43B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45B43B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9036"/>
              <a:lumOff val="17111"/>
            </a:schemeClr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BD17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FBD17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8A2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CEEEF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32C5B9"/>
          </a:solidFill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38100" cap="flat">
              <a:solidFill>
                <a:schemeClr val="accent2">
                  <a:hueOff val="240640"/>
                  <a:satOff val="2542"/>
                  <a:lumOff val="-13198"/>
                </a:schemeClr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chemeClr val="accent2">
              <a:hueOff val="240640"/>
              <a:satOff val="2542"/>
              <a:lumOff val="-13198"/>
            </a:schemeClr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venir Next Regular"/>
          <a:ea typeface="Avenir Next Regular"/>
          <a:cs typeface="Avenir Next Regular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F"/>
          </a:solidFill>
        </a:fill>
      </a:tcStyle>
    </a:band2H>
    <a:firstCol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Avenir Next Demi Bold"/>
          <a:ea typeface="Avenir Next Demi Bold"/>
          <a:cs typeface="Avenir Next Demi Bold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19200" y="11986162"/>
            <a:ext cx="21945599" cy="605791"/>
          </a:xfrm>
          <a:prstGeom prst="rect">
            <a:avLst/>
          </a:prstGeom>
        </p:spPr>
        <p:txBody>
          <a:bodyPr/>
          <a:lstStyle>
            <a:lvl1pPr marL="0" indent="0" algn="ctr" defTabSz="808990">
              <a:lnSpc>
                <a:spcPct val="100000"/>
              </a:lnSpc>
              <a:spcBef>
                <a:spcPts val="0"/>
              </a:spcBef>
              <a:buSzTx/>
              <a:buNone/>
              <a:defRPr spc="-29" sz="2940"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xfrm>
            <a:off x="1219200" y="7567579"/>
            <a:ext cx="21945600" cy="2250593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ляж и море на закате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19200" y="3543300"/>
            <a:ext cx="21945600" cy="4267200"/>
          </a:xfrm>
          <a:prstGeom prst="rect">
            <a:avLst/>
          </a:prstGeom>
        </p:spPr>
        <p:txBody>
          <a:bodyPr anchor="b"/>
          <a:lstStyle>
            <a:lvl1pPr>
              <a:defRPr spc="-128" sz="12800">
                <a:solidFill>
                  <a:srgbClr val="FFFFFF"/>
                </a:solidFill>
              </a:defRPr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Уровень текста 1…"/>
          <p:cNvSpPr txBox="1"/>
          <p:nvPr>
            <p:ph type="body" sz="quarter" idx="1" hasCustomPrompt="1"/>
          </p:nvPr>
        </p:nvSpPr>
        <p:spPr>
          <a:xfrm>
            <a:off x="1219200" y="7569200"/>
            <a:ext cx="21945600" cy="225211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59" sz="6000">
                <a:solidFill>
                  <a:srgbClr val="FFFFFF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4" name="Автор и дата"/>
          <p:cNvSpPr txBox="1"/>
          <p:nvPr>
            <p:ph type="body" sz="quarter" idx="22" hasCustomPrompt="1"/>
          </p:nvPr>
        </p:nvSpPr>
        <p:spPr>
          <a:xfrm>
            <a:off x="1219200" y="11988800"/>
            <a:ext cx="21945602" cy="605791"/>
          </a:xfrm>
          <a:prstGeom prst="rect">
            <a:avLst/>
          </a:prstGeom>
        </p:spPr>
        <p:txBody>
          <a:bodyPr/>
          <a:lstStyle>
            <a:lvl1pPr marL="0" indent="0" algn="ctr" defTabSz="808990">
              <a:lnSpc>
                <a:spcPct val="100000"/>
              </a:lnSpc>
              <a:spcBef>
                <a:spcPts val="0"/>
              </a:spcBef>
              <a:buSzTx/>
              <a:buNone/>
              <a:defRPr spc="-29" sz="2940">
                <a:solidFill>
                  <a:srgbClr val="FFFFFF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Заголовок слайда"/>
          <p:cNvSpPr txBox="1"/>
          <p:nvPr>
            <p:ph type="title" hasCustomPrompt="1"/>
          </p:nvPr>
        </p:nvSpPr>
        <p:spPr>
          <a:xfrm>
            <a:off x="1215495" y="4585102"/>
            <a:ext cx="9757338" cy="2540001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3" name="Море и небо на закате"/>
          <p:cNvSpPr/>
          <p:nvPr>
            <p:ph type="pic" idx="21"/>
          </p:nvPr>
        </p:nvSpPr>
        <p:spPr>
          <a:xfrm>
            <a:off x="9283700" y="1270000"/>
            <a:ext cx="167513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19200" y="7016750"/>
            <a:ext cx="9753600" cy="5416550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  <a:lvl2pPr marL="0" indent="4572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2pPr>
            <a:lvl3pPr marL="0" indent="9144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3pPr>
            <a:lvl4pPr marL="0" indent="13716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4pPr>
            <a:lvl5pPr marL="0" indent="182880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pc="-4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4" name="Подзаголовок слайда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xfrm>
            <a:off x="1219200" y="4013200"/>
            <a:ext cx="21945600" cy="8487148"/>
          </a:xfrm>
          <a:prstGeom prst="rect">
            <a:avLst/>
          </a:prstGeom>
        </p:spPr>
        <p:txBody>
          <a:bodyPr numCol="2" spcCol="2558384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Заголовок слайда"/>
          <p:cNvSpPr txBox="1"/>
          <p:nvPr>
            <p:ph type="title" hasCustomPrompt="1"/>
          </p:nvPr>
        </p:nvSpPr>
        <p:spPr>
          <a:xfrm>
            <a:off x="1219200" y="774700"/>
            <a:ext cx="9753600" cy="16002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1" name="Море и небо на закате"/>
          <p:cNvSpPr/>
          <p:nvPr>
            <p:ph type="pic" idx="21"/>
          </p:nvPr>
        </p:nvSpPr>
        <p:spPr>
          <a:xfrm>
            <a:off x="12192644" y="718588"/>
            <a:ext cx="10972801" cy="1232962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2" name="Подзаголовок слайда"/>
          <p:cNvSpPr txBox="1"/>
          <p:nvPr>
            <p:ph type="body" sz="quarter" idx="22" hasCustomPrompt="1"/>
          </p:nvPr>
        </p:nvSpPr>
        <p:spPr>
          <a:xfrm>
            <a:off x="1219200" y="2387600"/>
            <a:ext cx="9757569" cy="832612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3" name="Уровень текста 1…"/>
          <p:cNvSpPr txBox="1"/>
          <p:nvPr>
            <p:ph type="body" sz="half" idx="1" hasCustomPrompt="1"/>
          </p:nvPr>
        </p:nvSpPr>
        <p:spPr>
          <a:xfrm>
            <a:off x="1219200" y="4023221"/>
            <a:ext cx="9757569" cy="8384679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xfrm>
            <a:off x="11993880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Заголовок раздела"/>
          <p:cNvSpPr txBox="1"/>
          <p:nvPr>
            <p:ph type="title" hasCustomPrompt="1"/>
          </p:nvPr>
        </p:nvSpPr>
        <p:spPr>
          <a:xfrm>
            <a:off x="1219200" y="3242270"/>
            <a:ext cx="21945600" cy="6604001"/>
          </a:xfrm>
          <a:prstGeom prst="rect">
            <a:avLst/>
          </a:prstGeom>
        </p:spPr>
        <p:txBody>
          <a:bodyPr anchor="ctr"/>
          <a:lstStyle>
            <a:lvl1pPr>
              <a:defRPr spc="0" sz="12800"/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72" name="Номер слайда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0" name="Подзаголовок слайда"/>
          <p:cNvSpPr txBox="1"/>
          <p:nvPr>
            <p:ph type="body" sz="quarter" idx="21" hasCustomPrompt="1"/>
          </p:nvPr>
        </p:nvSpPr>
        <p:spPr>
          <a:xfrm>
            <a:off x="1219200" y="2384648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1" name="Номер слайда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Заголовок повестки дня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89" name="Уровень текста 1…"/>
          <p:cNvSpPr txBox="1"/>
          <p:nvPr>
            <p:ph type="body" idx="1" hasCustomPrompt="1"/>
          </p:nvPr>
        </p:nvSpPr>
        <p:spPr>
          <a:xfrm>
            <a:off x="1219200" y="4013200"/>
            <a:ext cx="21945600" cy="8385548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1pPr>
            <a:lvl2pPr marL="0" indent="4572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2pPr>
            <a:lvl3pPr marL="0" indent="9144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3pPr>
            <a:lvl4pPr marL="0" indent="13716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4pPr>
            <a:lvl5pPr marL="0" indent="1828800" defTabSz="825500">
              <a:lnSpc>
                <a:spcPct val="100000"/>
              </a:lnSpc>
              <a:buSzTx/>
              <a:buNone/>
              <a:defRPr spc="-136" sz="6800">
                <a:latin typeface="Canela Deck Regular"/>
                <a:ea typeface="Canela Deck Regular"/>
                <a:cs typeface="Canela Deck Regular"/>
                <a:sym typeface="Canela Deck Regular"/>
              </a:defRPr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0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19200" y="2387115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91" name="Номер слайда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Уровень текста 1…"/>
          <p:cNvSpPr txBox="1"/>
          <p:nvPr>
            <p:ph type="body" idx="1" hasCustomPrompt="1"/>
          </p:nvPr>
        </p:nvSpPr>
        <p:spPr>
          <a:xfrm>
            <a:off x="1219200" y="3251200"/>
            <a:ext cx="21945600" cy="6604000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12800">
                <a:latin typeface="Canela Regular"/>
                <a:ea typeface="Canela Regular"/>
                <a:cs typeface="Canela Regular"/>
                <a:sym typeface="Canela Regular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Информация о факте"/>
          <p:cNvSpPr txBox="1"/>
          <p:nvPr>
            <p:ph type="body" sz="quarter" idx="21" hasCustomPrompt="1"/>
          </p:nvPr>
        </p:nvSpPr>
        <p:spPr>
          <a:xfrm>
            <a:off x="1219200" y="8462239"/>
            <a:ext cx="21945602" cy="832613"/>
          </a:xfrm>
          <a:prstGeom prst="rect">
            <a:avLst/>
          </a:prstGeom>
        </p:spPr>
        <p:txBody>
          <a:bodyPr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07" name="Уровень текста 1…"/>
          <p:cNvSpPr txBox="1"/>
          <p:nvPr>
            <p:ph type="body" sz="half" idx="1" hasCustomPrompt="1"/>
          </p:nvPr>
        </p:nvSpPr>
        <p:spPr>
          <a:xfrm>
            <a:off x="1219200" y="4214484"/>
            <a:ext cx="21945600" cy="4269708"/>
          </a:xfrm>
          <a:prstGeom prst="rect">
            <a:avLst/>
          </a:prstGeom>
        </p:spPr>
        <p:txBody>
          <a:bodyPr anchor="b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22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Авторство"/>
          <p:cNvSpPr txBox="1"/>
          <p:nvPr>
            <p:ph type="body" sz="quarter" idx="21" hasCustomPrompt="1"/>
          </p:nvPr>
        </p:nvSpPr>
        <p:spPr>
          <a:xfrm>
            <a:off x="1219200" y="11100053"/>
            <a:ext cx="21945602" cy="832613"/>
          </a:xfrm>
          <a:prstGeom prst="rect">
            <a:avLst/>
          </a:prstGeom>
        </p:spPr>
        <p:txBody>
          <a:bodyPr anchor="ctr"/>
          <a:lstStyle>
            <a:lvl1pPr marL="0" indent="0" algn="ctr" defTabSz="792479">
              <a:lnSpc>
                <a:spcPct val="100000"/>
              </a:lnSpc>
              <a:spcBef>
                <a:spcPts val="0"/>
              </a:spcBef>
              <a:buSzTx/>
              <a:buNone/>
              <a:defRPr spc="-42" sz="4224"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Авторство</a:t>
            </a:r>
          </a:p>
        </p:txBody>
      </p:sp>
      <p:sp>
        <p:nvSpPr>
          <p:cNvPr id="116" name="Уровень текста 1…"/>
          <p:cNvSpPr txBox="1"/>
          <p:nvPr>
            <p:ph type="body" sz="half" idx="1" hasCustomPrompt="1"/>
          </p:nvPr>
        </p:nvSpPr>
        <p:spPr>
          <a:xfrm>
            <a:off x="1219200" y="4178300"/>
            <a:ext cx="21945600" cy="4416425"/>
          </a:xfrm>
          <a:prstGeom prst="rect">
            <a:avLst/>
          </a:prstGeom>
        </p:spPr>
        <p:txBody>
          <a:bodyPr anchor="ctr"/>
          <a:lstStyle>
            <a:lvl1pPr marL="0" indent="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1pPr>
            <a:lvl2pPr marL="0" indent="4572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2pPr>
            <a:lvl3pPr marL="0" indent="9144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3pPr>
            <a:lvl4pPr marL="0" indent="13716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4pPr>
            <a:lvl5pPr marL="0" indent="1828800" algn="ctr" defTabSz="2438400">
              <a:lnSpc>
                <a:spcPct val="80000"/>
              </a:lnSpc>
              <a:spcBef>
                <a:spcPts val="0"/>
              </a:spcBef>
              <a:buSzTx/>
              <a:buNone/>
              <a:defRPr sz="8400">
                <a:latin typeface="+mn-lt"/>
                <a:ea typeface="+mn-ea"/>
                <a:cs typeface="+mn-cs"/>
                <a:sym typeface="Canela Bold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Номер слайда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Море и небо на закате 2"/>
          <p:cNvSpPr/>
          <p:nvPr>
            <p:ph type="pic" sz="quarter" idx="21"/>
          </p:nvPr>
        </p:nvSpPr>
        <p:spPr>
          <a:xfrm>
            <a:off x="15744825" y="5581752"/>
            <a:ext cx="7365408" cy="82804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Море и небо на закате 1"/>
          <p:cNvSpPr/>
          <p:nvPr>
            <p:ph type="pic" sz="quarter" idx="22"/>
          </p:nvPr>
        </p:nvSpPr>
        <p:spPr>
          <a:xfrm>
            <a:off x="15363825" y="1270000"/>
            <a:ext cx="8115300" cy="540900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Пляж и море на закате"/>
          <p:cNvSpPr/>
          <p:nvPr>
            <p:ph type="pic" idx="23"/>
          </p:nvPr>
        </p:nvSpPr>
        <p:spPr>
          <a:xfrm>
            <a:off x="-63500" y="1270000"/>
            <a:ext cx="16764000" cy="1117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Номер слайда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пляж и море на закате"/>
          <p:cNvSpPr/>
          <p:nvPr>
            <p:ph type="pic" idx="21"/>
          </p:nvPr>
        </p:nvSpPr>
        <p:spPr>
          <a:xfrm>
            <a:off x="1270000" y="-423334"/>
            <a:ext cx="21844000" cy="145626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Номер слайда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Номер слайда"/>
          <p:cNvSpPr txBox="1"/>
          <p:nvPr>
            <p:ph type="sldNum" sz="quarter" idx="2"/>
          </p:nvPr>
        </p:nvSpPr>
        <p:spPr>
          <a:xfrm>
            <a:off x="11991339" y="12684760"/>
            <a:ext cx="408941" cy="4445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19200" y="774700"/>
            <a:ext cx="21945600" cy="1727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19200" y="4013200"/>
            <a:ext cx="21948577" cy="8483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1987530" y="12684760"/>
            <a:ext cx="408941" cy="444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lnSpc>
                <a:spcPct val="100000"/>
              </a:lnSpc>
              <a:defRPr sz="2000">
                <a:solidFill>
                  <a:srgbClr val="5E5E5E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1pPr>
      <a:lvl2pPr marL="0" marR="0" indent="457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2pPr>
      <a:lvl3pPr marL="0" marR="0" indent="914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3pPr>
      <a:lvl4pPr marL="0" marR="0" indent="1371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4pPr>
      <a:lvl5pPr marL="0" marR="0" indent="18288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5pPr>
      <a:lvl6pPr marL="0" marR="0" indent="22860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6pPr>
      <a:lvl7pPr marL="0" marR="0" indent="27432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7pPr>
      <a:lvl8pPr marL="0" marR="0" indent="32004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8pPr>
      <a:lvl9pPr marL="0" marR="0" indent="3657600" algn="ctr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84" strike="noStrike" sz="8400" u="none">
          <a:solidFill>
            <a:srgbClr val="000000"/>
          </a:solidFill>
          <a:uFillTx/>
          <a:latin typeface="+mn-lt"/>
          <a:ea typeface="+mn-ea"/>
          <a:cs typeface="+mn-cs"/>
          <a:sym typeface="Canela Bold"/>
        </a:defRPr>
      </a:lvl9pPr>
    </p:titleStyle>
    <p:bodyStyle>
      <a:lvl1pPr marL="5461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1pPr>
      <a:lvl2pPr marL="10922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2pPr>
      <a:lvl3pPr marL="16383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3pPr>
      <a:lvl4pPr marL="21844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4pPr>
      <a:lvl5pPr marL="27305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5pPr>
      <a:lvl6pPr marL="32766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6pPr>
      <a:lvl7pPr marL="38227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7pPr>
      <a:lvl8pPr marL="43688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8pPr>
      <a:lvl9pPr marL="4914900" marR="0" indent="-546100" algn="l" defTabSz="2438338" rtl="0" latinLnBrk="0">
        <a:lnSpc>
          <a:spcPct val="90000"/>
        </a:lnSpc>
        <a:spcBef>
          <a:spcPts val="2400"/>
        </a:spcBef>
        <a:spcAft>
          <a:spcPts val="0"/>
        </a:spcAft>
        <a:buClrTx/>
        <a:buSzPct val="150000"/>
        <a:buFontTx/>
        <a:buChar char="•"/>
        <a:tabLst/>
        <a:defRPr b="0" baseline="0" cap="none" i="0" spc="0" strike="noStrike" sz="4400" u="none">
          <a:solidFill>
            <a:srgbClr val="000000"/>
          </a:solidFill>
          <a:uFillTx/>
          <a:latin typeface="Canela Text Regular"/>
          <a:ea typeface="Canela Text Regular"/>
          <a:cs typeface="Canela Text Regular"/>
          <a:sym typeface="Canela T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8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Astronomy Slide 1.png" descr="Astronomy Slide 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Astronomy Slide 2.png" descr="Astronomy Slide 2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Astronomy Slide 3.png" descr="Astronomy Slide 3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Astronomy Slide 4.png" descr="Astronomy Slide 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Astronomy Slide 5.png" descr="Astronomy Slide 5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Astronomy Slide 6.png" descr="Astronomy Slide 6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Astronomy Slide 7.png" descr="Astronomy Slide 7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Astronomy Slide 8.png" descr="Astronomy Slide 8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3_ClassicWhite">
  <a:themeElements>
    <a:clrScheme name="23_Clas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3E74D1"/>
      </a:accent1>
      <a:accent2>
        <a:srgbClr val="33C5B9"/>
      </a:accent2>
      <a:accent3>
        <a:srgbClr val="45B53C"/>
      </a:accent3>
      <a:accent4>
        <a:srgbClr val="FFBD16"/>
      </a:accent4>
      <a:accent5>
        <a:srgbClr val="E22146"/>
      </a:accent5>
      <a:accent6>
        <a:srgbClr val="836BB7"/>
      </a:accent6>
      <a:hlink>
        <a:srgbClr val="0000FF"/>
      </a:hlink>
      <a:folHlink>
        <a:srgbClr val="FF00FF"/>
      </a:folHlink>
    </a:clrScheme>
    <a:fontScheme name="23_ClassicWhite">
      <a:majorFont>
        <a:latin typeface="Canela Bold"/>
        <a:ea typeface="Canela Bold"/>
        <a:cs typeface="Canela Bold"/>
      </a:majorFont>
      <a:minorFont>
        <a:latin typeface="Canela Bold"/>
        <a:ea typeface="Canela Bold"/>
        <a:cs typeface="Canela Bold"/>
      </a:minorFont>
    </a:fontScheme>
    <a:fmtScheme name="23_Clas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11303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Avenir Next Regular"/>
            <a:ea typeface="Avenir Next Regular"/>
            <a:cs typeface="Avenir Next Regular"/>
            <a:sym typeface="Avenir N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9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Canela Text Regular"/>
            <a:ea typeface="Canela Text Regular"/>
            <a:cs typeface="Canela Text Regular"/>
            <a:sym typeface="Canela Text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