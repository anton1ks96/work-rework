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4" r:id="rId5"/>
    <p:sldId id="265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0A33B7-6CD6-7632-1C16-141AF2005E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1FB6C18-A949-B981-06C2-7D7BB7CF68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B870B7-7C08-9479-50B3-A45363B0F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DAF42-2304-411D-AADE-7702986F63F4}" type="datetimeFigureOut">
              <a:rPr lang="ru-RU" smtClean="0"/>
              <a:t>27.11.2023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1E4982-29EC-BAAF-FC72-1A3D55D6C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F9ED66-4E88-FF23-CC4B-39D460F0B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6AA98-3442-4164-BDD3-E337A83CB1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5909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84A489-BDDB-1A23-7A98-981FCC1B1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6A7FFF-DF52-32EB-75D1-C7DE3D199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F6195B-2256-BA58-1C8F-97BCC4F8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DAF42-2304-411D-AADE-7702986F63F4}" type="datetimeFigureOut">
              <a:rPr lang="ru-RU" smtClean="0"/>
              <a:t>27.11.2023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9A222F-FF76-4E14-4724-13F61FC62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002EA9-F5BD-D283-7F28-DD24149F9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6AA98-3442-4164-BDD3-E337A83CB1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4475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F7F431-9E63-BC88-93E3-AB29136BC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BEBE1C8-6177-DA69-E8A4-A92FD0837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A038AD6-F406-F736-F901-775215C16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DAF42-2304-411D-AADE-7702986F63F4}" type="datetimeFigureOut">
              <a:rPr lang="ru-RU" smtClean="0"/>
              <a:t>27.11.2023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A6F336-2455-4134-FF08-D9FBB7EF5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B55AB4-D0B5-3608-242C-137F7AB5A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6AA98-3442-4164-BDD3-E337A83CB1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6809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182A11-ABEA-F9AA-93AE-AB46CF4E4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D42993-8502-B1C4-CF6F-FF5AA01F3B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EF47707-241A-84C8-55BE-C2DCD79303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358B59A-1A2B-29E9-C2D9-A97EB0EC8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DAF42-2304-411D-AADE-7702986F63F4}" type="datetimeFigureOut">
              <a:rPr lang="ru-RU" smtClean="0"/>
              <a:t>27.11.2023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67966F-9156-9210-D479-E2CF14D33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763E990-D6F2-458B-68A4-90C360673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6AA98-3442-4164-BDD3-E337A83CB1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6773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7D3240-8C29-32D8-BC55-65982A495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04F6891-21F7-B8BD-0908-62AC992C9C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2A35ECB-1AF9-75B6-B114-EADACAB3E5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418ECF3-7578-5B37-F5ED-51AD805750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E8E51EE-76E7-E962-B6D8-29BE80F820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F398764-A242-5C53-E9AD-4071504D2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DAF42-2304-411D-AADE-7702986F63F4}" type="datetimeFigureOut">
              <a:rPr lang="ru-RU" smtClean="0"/>
              <a:t>27.11.2023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9C398F6-2B52-6953-AA89-6370435F5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B9CD50D-F767-65F4-5101-BA66AF141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6AA98-3442-4164-BDD3-E337A83CB1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3494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FA4303-A714-9F70-DC5F-DBEDD5A37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9F6C773-A034-6B27-D3DB-71D6655C8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DAF42-2304-411D-AADE-7702986F63F4}" type="datetimeFigureOut">
              <a:rPr lang="ru-RU" smtClean="0"/>
              <a:t>27.11.2023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F265318-6314-C2AC-8DFB-CA998BD56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81A8847-1A41-B029-F390-258EEFA99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6AA98-3442-4164-BDD3-E337A83CB1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1225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FB5D86C-DF70-EA3E-EF13-2A7C4A933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DAF42-2304-411D-AADE-7702986F63F4}" type="datetimeFigureOut">
              <a:rPr lang="ru-RU" smtClean="0"/>
              <a:t>27.11.2023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167F9C5-026D-0114-7BBA-01F07C696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3054E9-0317-D153-D497-1D9A13DF6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6AA98-3442-4164-BDD3-E337A83CB1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2686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6CD813-5808-200F-572D-9CCF3A0EA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2A580D-4EF0-3377-C3B3-2F6E0F8C7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D0B0594-D3DC-C46C-4EFF-E90C746DD1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E8D8484-4AF7-C342-C0CE-2642017BF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DAF42-2304-411D-AADE-7702986F63F4}" type="datetimeFigureOut">
              <a:rPr lang="ru-RU" smtClean="0"/>
              <a:t>27.11.2023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89B6FE4-5AF3-B4BC-57FE-A96E5C177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8A6527-94A0-94DC-2CF5-237C3168C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6AA98-3442-4164-BDD3-E337A83CB1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3350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9282D4-5611-5C8A-3027-FC0551D90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D78B949-6843-02BE-D012-1CDE5E1ECC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2FD66F3-DCC4-CBE7-37C1-B494D6B2D1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F62E586-7AC4-5BD0-C2FC-849EA8E48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DAF42-2304-411D-AADE-7702986F63F4}" type="datetimeFigureOut">
              <a:rPr lang="ru-RU" smtClean="0"/>
              <a:t>27.11.2023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3CF8988-678A-0760-F942-2000834B7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B865420-4FA3-EDEE-A0E8-D74C1CA43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6AA98-3442-4164-BDD3-E337A83CB1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9829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FFDD97-5659-041A-E36E-91F70B021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E9A99B7-E329-DA9C-F7AA-F31A908F95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AAEFB1-4E34-6AC1-6663-BAAD98310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DAF42-2304-411D-AADE-7702986F63F4}" type="datetimeFigureOut">
              <a:rPr lang="ru-RU" smtClean="0"/>
              <a:t>27.11.2023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9C6F58-E620-8F68-2CB1-15D17A0B5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CCF9EC-4BEE-C172-D7C8-A208BD70E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6AA98-3442-4164-BDD3-E337A83CB1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098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74F7165-94AD-4EE1-C5AD-79FEAA178D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F785D7E-9775-CEC1-34E0-DA134D2684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C8AA3C2-5B57-44D7-247F-8082200E3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DAF42-2304-411D-AADE-7702986F63F4}" type="datetimeFigureOut">
              <a:rPr lang="ru-RU" smtClean="0"/>
              <a:t>27.11.2023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2F1EC1-1D3B-94C8-F62A-5595DAE2D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BC4BC2-9823-48D1-0707-A5FBDAB7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6AA98-3442-4164-BDD3-E337A83CB1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680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892834-5238-0B73-BEA5-D3C31A51D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8963974-AC47-F11B-3CB9-20B66FD4C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F47243-FC43-4AB2-5CF9-3B58D0B1E8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ADAF42-2304-411D-AADE-7702986F63F4}" type="datetimeFigureOut">
              <a:rPr lang="ru-RU" smtClean="0"/>
              <a:t>27.11.2023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440F52-0FA8-9928-F9AF-8887F0FF31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9BDA35-0363-C1DB-CFB4-138B78CD3F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66AA98-3442-4164-BDD3-E337A83CB1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5208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9D91A8-43D4-86F7-A6DC-240543A4E8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6436" y="802182"/>
            <a:ext cx="9144000" cy="1018433"/>
          </a:xfrm>
        </p:spPr>
        <p:txBody>
          <a:bodyPr/>
          <a:lstStyle/>
          <a:p>
            <a:r>
              <a:rPr lang="ru-RU" dirty="0"/>
              <a:t>Эволюция звёзд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2EFEBBB-329A-49B3-4817-A5540AE618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94210" y="6183415"/>
            <a:ext cx="2242657" cy="575679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 Беляк Егор</a:t>
            </a:r>
          </a:p>
          <a:p>
            <a:r>
              <a:rPr lang="ru-RU" dirty="0"/>
              <a:t>23-12</a:t>
            </a:r>
          </a:p>
          <a:p>
            <a:endParaRPr lang="ru-RU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584DB68-F2C4-BAC9-3727-9BF00BF36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6281" y="1989385"/>
            <a:ext cx="9419438" cy="4194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8844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F14554-7645-F362-B100-171D46AF6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Эволюция звёзд что это?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402F29-3C6E-FF0F-193E-6EE9D1210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030135"/>
            <a:ext cx="8809139" cy="4146827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  Это </a:t>
            </a:r>
            <a:r>
              <a:rPr lang="ru-RU" b="0" i="0" dirty="0">
                <a:effectLst/>
                <a:latin typeface="Arial" panose="020B0604020202020204" pitchFamily="34" charset="0"/>
              </a:rPr>
              <a:t> изменение со временем физических и наблюдаемых параметров </a:t>
            </a:r>
            <a:r>
              <a:rPr lang="ru-RU" b="0" i="0" u="none" strike="noStrike" dirty="0">
                <a:effectLst/>
                <a:latin typeface="Arial" panose="020B0604020202020204" pitchFamily="34" charset="0"/>
              </a:rPr>
              <a:t>звезды</a:t>
            </a:r>
            <a:r>
              <a:rPr lang="ru-RU" b="0" i="0" dirty="0">
                <a:effectLst/>
                <a:latin typeface="Arial" panose="020B0604020202020204" pitchFamily="34" charset="0"/>
              </a:rPr>
              <a:t> из-за идущих в ней </a:t>
            </a:r>
            <a:r>
              <a:rPr lang="ru-RU" b="0" i="0" u="none" strike="noStrike" dirty="0">
                <a:effectLst/>
                <a:latin typeface="Arial" panose="020B0604020202020204" pitchFamily="34" charset="0"/>
              </a:rPr>
              <a:t>термоядерных реакций</a:t>
            </a:r>
            <a:r>
              <a:rPr lang="ru-RU" b="0" i="0" dirty="0">
                <a:effectLst/>
                <a:latin typeface="Arial" panose="020B0604020202020204" pitchFamily="34" charset="0"/>
              </a:rPr>
              <a:t>, излучения ею энергии и потери массы.</a:t>
            </a:r>
            <a:endParaRPr lang="ru-RU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23AD7B2-176C-63F8-9A1B-BF48D2FC64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892" y="3821185"/>
            <a:ext cx="10167457" cy="3166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9082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DF69B3-5F2C-F71C-EEB8-1795952D1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 этап образования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46B54E-6F63-6AB6-BA71-5AB110EFD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57" y="1568741"/>
            <a:ext cx="4026715" cy="339754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sz="2800" dirty="0"/>
              <a:t>Звёзды образуются из холодных разреженных облаков межзвёздного газа, которые сжимаются из-за гравитационной неустойчивости, в процессе сжатия разогреваются настолько, что в их недрах начинаются термоядерные реакции синтеза гелия из водорода. В момент начала термоядерных реакций протозвезда становится звездой главной последовательности.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3ACBFEE-2663-3A47-69F8-31B940383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9112" y="1781885"/>
            <a:ext cx="6242806" cy="3397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4276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E0E6EA-98E9-43D6-658D-870FB98AF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80" y="96677"/>
            <a:ext cx="1988890" cy="1325563"/>
          </a:xfrm>
        </p:spPr>
        <p:txBody>
          <a:bodyPr/>
          <a:lstStyle/>
          <a:p>
            <a:r>
              <a:rPr lang="ru-RU" dirty="0"/>
              <a:t>2 этап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82BB3F-FC5C-4483-8640-9A3043B21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80" y="1590733"/>
            <a:ext cx="9136310" cy="5170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З</a:t>
            </a:r>
            <a:r>
              <a:rPr lang="ru-RU" sz="2800" dirty="0"/>
              <a:t>вёзды средних масс при эволюции проходят стадии субгигантов, красных гигантов, горизонтальную ветвь, голубую петлю и асимптотическую ветвь. В любом случае, по мере выгорания водорода как внешние, так и внутренние характеристики звёзд меняются, и при достаточной массе в определённый момент в звёздах начинается тройная гелиевая реакция, при которой в них образуется углерод. В более тяжёлых звёздах далее могут синтезироваться ядра более тяжёлых элементов, но в любом случае синтез более тяжёлых ядер химических элементов останавливается на железе, так как синтез более тяжёлых элементов энергетически невыгоден.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FD0F9AE2-E50A-111B-4CB4-121A6AF6A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7890" y="1707860"/>
            <a:ext cx="2819924" cy="4164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0777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EF983F-B97F-4898-C500-11258D429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12" y="172178"/>
            <a:ext cx="1963723" cy="1325563"/>
          </a:xfrm>
        </p:spPr>
        <p:txBody>
          <a:bodyPr/>
          <a:lstStyle/>
          <a:p>
            <a:r>
              <a:rPr lang="ru-RU" dirty="0"/>
              <a:t>3 этап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AEF9BB-ED5D-2C46-AEEC-D5EDCD3AA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12" y="1720369"/>
            <a:ext cx="6619614" cy="28264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На конечной стадии эволюции, в зависимости от массы, звезда либо сбрасывает внешнюю оболочку, становясь белым карликом, либо превращается в сверхновую звезду, после взрыва сверхновой остаётся нейтронная звезда или чёрная дыра.</a:t>
            </a:r>
          </a:p>
          <a:p>
            <a:pPr marL="0" indent="0">
              <a:buNone/>
            </a:pPr>
            <a:endParaRPr lang="ru-RU" sz="24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40BA533-BBE0-0ABF-F8BB-9D5A518D3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6811" y="1831522"/>
            <a:ext cx="3517958" cy="2405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0F9F48F6-82CF-DB07-4E0B-388736A245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6811" y="4416283"/>
            <a:ext cx="3517958" cy="2147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0027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06B731-ACB0-C04C-DCBB-504C31CD7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030" y="147011"/>
            <a:ext cx="4790813" cy="1325563"/>
          </a:xfrm>
        </p:spPr>
        <p:txBody>
          <a:bodyPr/>
          <a:lstStyle/>
          <a:p>
            <a:r>
              <a:rPr lang="ru-RU" dirty="0"/>
              <a:t>Теория эволюции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882C48-A3AB-4338-7DDD-4A68A2A28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561" y="1629868"/>
            <a:ext cx="7273254" cy="17991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b="0" dirty="0">
                <a:effectLst/>
                <a:latin typeface="Arial" panose="020B0604020202020204" pitchFamily="34" charset="0"/>
              </a:rPr>
              <a:t>  </a:t>
            </a:r>
            <a:r>
              <a:rPr lang="ru-RU" sz="2400" dirty="0"/>
              <a:t>В 1906 году Альберт Эйнштейн исходя из созданной им теории относительности открыл эквивалентность массы и энергии. В 1920 году Артур Эддингтон, знакомый с работами Эйнштейна, предположил, что энергия в звёздах выделяется за счёт превращения водорода в гелий. Гипотеза Эддингтона впоследствии подтвердилась Хансом </a:t>
            </a:r>
            <a:r>
              <a:rPr lang="ru-RU" sz="2400" dirty="0" err="1"/>
              <a:t>Бёте</a:t>
            </a:r>
            <a:r>
              <a:rPr lang="ru-RU" sz="2400" dirty="0"/>
              <a:t> и Карлом </a:t>
            </a:r>
            <a:r>
              <a:rPr lang="ru-RU" sz="2400" dirty="0" err="1"/>
              <a:t>Вайцзекком</a:t>
            </a:r>
            <a:r>
              <a:rPr lang="ru-RU" sz="2400" dirty="0"/>
              <a:t> в 1939 году. В 1941 году Мартин Шварцшильд рассчитал модель Солнца с термоядерным источником энергии, и его результаты подтвердили теорию термоядерного синтеза в недрах звёзд. На данный момент она общепринята, и на ней основываются модели звёздной эволюции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C8FCB1C-CA6E-AE03-A780-B3126A9C4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9088" y="1629868"/>
            <a:ext cx="2385879" cy="3409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45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B21D37-A777-F154-C4D4-0DBF439E5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859" y="323180"/>
            <a:ext cx="7013895" cy="1325563"/>
          </a:xfrm>
        </p:spPr>
        <p:txBody>
          <a:bodyPr/>
          <a:lstStyle/>
          <a:p>
            <a:r>
              <a:rPr lang="ru-RU" dirty="0"/>
              <a:t>Самая яркая звезда-Сириус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010FC6-58D0-3B8F-BD78-897956C99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12" y="1845577"/>
            <a:ext cx="7491369" cy="50124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b="0" i="0" dirty="0">
                <a:solidFill>
                  <a:srgbClr val="000000"/>
                </a:solidFill>
                <a:effectLst/>
                <a:latin typeface="GraphikCy"/>
              </a:rPr>
              <a:t>Сириус относится к созвездию Большого Пса, которое, как и Солнечная система, частично находится в галактике Млечный Путь. Именно этой относительной близостью к Земле (8,6 световых лет) и обусловлен видимый блеск Сириуса. В космосе есть звезды и ярче, но они расположены гораздо дальше от нас.</a:t>
            </a:r>
            <a:br>
              <a:rPr lang="ru-RU" sz="1800" dirty="0"/>
            </a:br>
            <a:br>
              <a:rPr lang="ru-RU" sz="1800" dirty="0"/>
            </a:br>
            <a:r>
              <a:rPr lang="ru-RU" sz="1800" b="0" i="0" dirty="0">
                <a:solidFill>
                  <a:srgbClr val="000000"/>
                </a:solidFill>
                <a:effectLst/>
                <a:latin typeface="GraphikCy"/>
              </a:rPr>
              <a:t>Эта звезда известна еще с античных времен и упоминается в древнейших астрономических текстах. Она играла важную роль во многих культурах: древние египтяне поклонялись ей, как воплощению богини Исиды, а ее восходы использовались для расчетов разлива реки Нил. В древнегреческой мифологии Сириус — это собака охотника Ориона. Латинское название звезды, </a:t>
            </a:r>
            <a:r>
              <a:rPr lang="ru-RU" sz="1800" b="0" i="0" dirty="0" err="1">
                <a:solidFill>
                  <a:srgbClr val="000000"/>
                </a:solidFill>
                <a:effectLst/>
                <a:latin typeface="GraphikCy"/>
              </a:rPr>
              <a:t>Canicula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GraphikCy"/>
              </a:rPr>
              <a:t> («маленькая собачка»), подарило нам русское слово «каникулы». Особое значение этой звезде придавали также в Древнем Китае, Месопотамии и Полинезии.</a:t>
            </a:r>
            <a:br>
              <a:rPr lang="ru-RU" sz="1800" dirty="0"/>
            </a:br>
            <a:r>
              <a:rPr lang="ru-RU" sz="1800" b="0" i="0" dirty="0">
                <a:solidFill>
                  <a:srgbClr val="000000"/>
                </a:solidFill>
                <a:effectLst/>
                <a:latin typeface="GraphikCy"/>
              </a:rPr>
              <a:t>В 1844 году немецкий астроном Фридрих Вильгельм Бессель предположил, что Сириус может быть двойной звездой — системой из двух звезд, вращающихся вокруг одной точки.  Видимую невооруженным глазом, называют Сириус А, а ее компаньона, звезду поменьше и потусклее, — Сириус Б.  Сириус Б — это первый обнаруженный белый карлик в истории.</a:t>
            </a:r>
            <a:br>
              <a:rPr lang="ru-RU" sz="1800" dirty="0"/>
            </a:br>
            <a:endParaRPr lang="ru-RU" sz="180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C0DE1713-BCE6-FAFC-034C-38107FB76E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8781" y="2081168"/>
            <a:ext cx="4043494" cy="2695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0854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6F83C-6F6E-F4B3-6143-3BE98E35D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306" y="1816421"/>
            <a:ext cx="10515600" cy="1325563"/>
          </a:xfrm>
        </p:spPr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05671682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517</Words>
  <Application>Microsoft Office PowerPoint</Application>
  <PresentationFormat>Широкоэкранный</PresentationFormat>
  <Paragraphs>16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GraphikCy</vt:lpstr>
      <vt:lpstr>Тема Office</vt:lpstr>
      <vt:lpstr>Эволюция звёзд</vt:lpstr>
      <vt:lpstr>Эволюция звёзд что это?</vt:lpstr>
      <vt:lpstr>1 этап образования</vt:lpstr>
      <vt:lpstr>2 этап</vt:lpstr>
      <vt:lpstr>3 этап</vt:lpstr>
      <vt:lpstr>Теория эволюции</vt:lpstr>
      <vt:lpstr>Самая яркая звезда-Сириус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Эволюция звёзд</dc:title>
  <dc:creator>Kolerio RT</dc:creator>
  <cp:lastModifiedBy>Kolerio RT</cp:lastModifiedBy>
  <cp:revision>3</cp:revision>
  <dcterms:created xsi:type="dcterms:W3CDTF">2023-11-15T14:26:39Z</dcterms:created>
  <dcterms:modified xsi:type="dcterms:W3CDTF">2023-11-27T14:08:47Z</dcterms:modified>
</cp:coreProperties>
</file>